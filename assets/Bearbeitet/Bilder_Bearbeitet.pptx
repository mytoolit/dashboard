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58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11446-D350-B0D0-F010-632C63BFA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B951B9-E73E-140E-C8C4-EF9C4F040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3F390C-68DE-5310-8166-77B24E4A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4F8355-8501-FDF6-29A5-9B7CC85D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5EFE11-EC00-2D38-A05F-400FF504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8740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90259-8475-DD18-57F0-866627E8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5B6F03-0271-F71F-0459-59854D77A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6FF569-BD33-A506-8E4C-353CDF8F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0D36EE-4D6F-ED4D-778E-2A3245BD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FCB277-02D2-6F1D-646A-3943682A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5263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37BC6-0C95-C21D-13B9-572CF9D82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72D06B-C5B5-182B-B66D-BB09F722A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C8768C-4C6E-DC2F-4C73-5F8EE78C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014D2-7043-1670-34C4-21220B9B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4F1A65-F7A3-AD4A-6BBF-8557AA6F2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918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1B609-96CA-1C62-486B-8E8AC958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F5CB03-25CD-35F1-76CD-D8A21434E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EC0596-DAEE-049B-6CA4-C1EC46EE2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A7A5B7-485B-0C21-8FE6-6FBBD3F0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B1274C-42E8-8C48-B45F-56DFA5DD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256740-AFEA-855D-05EE-EC8C06B1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47640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CD26E-0E73-1EE2-367C-5DF17159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D60A74-4B64-56C7-1ABA-78F999266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004E2B-4D1E-EE05-EBC3-E7D39FF95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BCA132-D82C-2944-2AD7-32024CDAA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5FC9D8-C1B6-E121-5249-3DAAF58C1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F938645-6F5C-5B46-6829-29ADE9E6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7B699AA-8B82-B9E3-E87D-93840F7C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67DA4F6-AF10-D644-C6CF-9834887E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778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EA214-C17E-0246-7054-8C95F1D77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545FFA-4EF0-17FE-3CBA-2005A272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516E75-CD48-0C2D-53B0-F1CC685C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9211B4-17F6-1779-950A-BC362B44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8086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42D1FAF-72F6-F76C-59C8-32B6D86E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0746DE-5CFD-E420-2B45-D647B1BC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65E9C4-65A6-798D-B158-E22063C2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135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570B29-2D18-D2BD-456F-C3C8B071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F91630-5D80-7368-9587-B5F88929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0A6543-9B0F-1DE8-9196-0FBBB7F2E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665EE4-2E8B-5402-010E-E2BFCF0A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7D1F2E-AD99-F32A-ECA5-18658503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0CDB23-0F28-A8E2-ADDB-C5C098A1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0908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C9917-92F1-8409-011D-E451ACD55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9F117F6-182D-872B-9521-CCE488A80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5A4888-94D2-BD99-A722-D0D4BBD91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A97170-ABD5-1422-2760-7666F270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56A59B-F09D-C528-51EB-3BF6FC4B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7DAC69-CF96-CB32-ED6D-D1D84D50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047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1E799F-A1B0-06EE-9E64-478FAD64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3AF24A-0A12-062C-CBA7-F8DA382D8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FF0561-8708-2837-8F82-B9D6FBB9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456C2A-9843-0C46-27B2-A842923C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0D0BC8-D590-948F-70E3-7B1AF5FB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269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2F069-4C59-1052-AD90-5CBCB967D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20D87C-659D-0A66-09CB-982B21238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FDD23-D52F-1840-9508-39DCF559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D13544-7054-6FF5-F444-EE471A8C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687CFC-35C6-127E-307F-098674AA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007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86DD31F-FA13-97A4-4340-2C26CD6E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774207-14AF-6CA7-B2BB-E5D0B177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6667D0-297F-0A06-5783-221F93F10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E50AE-77B2-4E1C-841D-BB7C1C754787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0F297-B7D6-507C-4782-A8BEEF11A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30D804-F8E1-0514-9E67-0513095CA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A5348-2D8F-4DD7-A296-4FA39F67E36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7341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0ECBC8C4-F461-9D4D-B817-10F74C25E29E}"/>
              </a:ext>
            </a:extLst>
          </p:cNvPr>
          <p:cNvGrpSpPr/>
          <p:nvPr/>
        </p:nvGrpSpPr>
        <p:grpSpPr>
          <a:xfrm>
            <a:off x="0" y="2176272"/>
            <a:ext cx="12192000" cy="1609344"/>
            <a:chOff x="0" y="2176272"/>
            <a:chExt cx="12192000" cy="1609344"/>
          </a:xfrm>
        </p:grpSpPr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DE008152-4ABF-03C4-08E2-B095CD73780B}"/>
                </a:ext>
              </a:extLst>
            </p:cNvPr>
            <p:cNvSpPr/>
            <p:nvPr/>
          </p:nvSpPr>
          <p:spPr>
            <a:xfrm>
              <a:off x="0" y="2176272"/>
              <a:ext cx="12192000" cy="1609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2B05300A-2B1D-CBBA-5424-FA57D77A933F}"/>
                </a:ext>
              </a:extLst>
            </p:cNvPr>
            <p:cNvGrpSpPr/>
            <p:nvPr/>
          </p:nvGrpSpPr>
          <p:grpSpPr>
            <a:xfrm>
              <a:off x="45203" y="2358419"/>
              <a:ext cx="12078217" cy="1344753"/>
              <a:chOff x="45203" y="2358419"/>
              <a:chExt cx="12078217" cy="1344753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2A38D014-103E-2BCA-95AD-2E54FC5C5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203" y="2587752"/>
                <a:ext cx="12078217" cy="1082391"/>
              </a:xfrm>
              <a:prstGeom prst="rect">
                <a:avLst/>
              </a:prstGeom>
            </p:spPr>
          </p:pic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BA48C83E-4940-C92A-683F-B20BBFD604BF}"/>
                  </a:ext>
                </a:extLst>
              </p:cNvPr>
              <p:cNvSpPr/>
              <p:nvPr/>
            </p:nvSpPr>
            <p:spPr>
              <a:xfrm>
                <a:off x="2015490" y="2935224"/>
                <a:ext cx="4458462" cy="4023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A3AA61AD-0492-1B98-6110-FFF4F184B947}"/>
                  </a:ext>
                </a:extLst>
              </p:cNvPr>
              <p:cNvSpPr/>
              <p:nvPr/>
            </p:nvSpPr>
            <p:spPr>
              <a:xfrm>
                <a:off x="45203" y="3383280"/>
                <a:ext cx="2515114" cy="29775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73" name="Gruppieren 72">
                <a:extLst>
                  <a:ext uri="{FF2B5EF4-FFF2-40B4-BE49-F238E27FC236}">
                    <a16:creationId xmlns:a16="http://schemas.microsoft.com/office/drawing/2014/main" id="{2F4C8413-A719-BB01-C985-E86D789B557F}"/>
                  </a:ext>
                </a:extLst>
              </p:cNvPr>
              <p:cNvGrpSpPr/>
              <p:nvPr/>
            </p:nvGrpSpPr>
            <p:grpSpPr>
              <a:xfrm>
                <a:off x="1514284" y="2358419"/>
                <a:ext cx="518160" cy="628483"/>
                <a:chOff x="2487167" y="291991"/>
                <a:chExt cx="518160" cy="628483"/>
              </a:xfrm>
            </p:grpSpPr>
            <p:sp>
              <p:nvSpPr>
                <p:cNvPr id="74" name="Ellipse 73">
                  <a:extLst>
                    <a:ext uri="{FF2B5EF4-FFF2-40B4-BE49-F238E27FC236}">
                      <a16:creationId xmlns:a16="http://schemas.microsoft.com/office/drawing/2014/main" id="{3FDCAC34-0741-BE70-E7E3-3C5451111CBE}"/>
                    </a:ext>
                  </a:extLst>
                </p:cNvPr>
                <p:cNvSpPr/>
                <p:nvPr/>
              </p:nvSpPr>
              <p:spPr>
                <a:xfrm>
                  <a:off x="2487167" y="292021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F3EC4BD0-F8D2-483F-12DC-AD016C96C2DE}"/>
                    </a:ext>
                  </a:extLst>
                </p:cNvPr>
                <p:cNvSpPr txBox="1"/>
                <p:nvPr/>
              </p:nvSpPr>
              <p:spPr>
                <a:xfrm>
                  <a:off x="2487167" y="291991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T1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8" name="Gerade Verbindung mit Pfeil 77">
                  <a:extLst>
                    <a:ext uri="{FF2B5EF4-FFF2-40B4-BE49-F238E27FC236}">
                      <a16:creationId xmlns:a16="http://schemas.microsoft.com/office/drawing/2014/main" id="{1D7345E9-E940-76AC-6FEB-31BCE7A31A1E}"/>
                    </a:ext>
                  </a:extLst>
                </p:cNvPr>
                <p:cNvCxnSpPr>
                  <a:cxnSpLocks/>
                  <a:stCxn id="74" idx="4"/>
                </p:cNvCxnSpPr>
                <p:nvPr/>
              </p:nvCxnSpPr>
              <p:spPr>
                <a:xfrm>
                  <a:off x="2635757" y="577916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uppieren 78">
                <a:extLst>
                  <a:ext uri="{FF2B5EF4-FFF2-40B4-BE49-F238E27FC236}">
                    <a16:creationId xmlns:a16="http://schemas.microsoft.com/office/drawing/2014/main" id="{D47B31EE-D500-B1B3-8879-E2E54B59ABB5}"/>
                  </a:ext>
                </a:extLst>
              </p:cNvPr>
              <p:cNvGrpSpPr/>
              <p:nvPr/>
            </p:nvGrpSpPr>
            <p:grpSpPr>
              <a:xfrm>
                <a:off x="2560317" y="3407592"/>
                <a:ext cx="894585" cy="285895"/>
                <a:chOff x="923166" y="196206"/>
                <a:chExt cx="894585" cy="285895"/>
              </a:xfrm>
            </p:grpSpPr>
            <p:sp>
              <p:nvSpPr>
                <p:cNvPr id="81" name="Ellipse 80">
                  <a:extLst>
                    <a:ext uri="{FF2B5EF4-FFF2-40B4-BE49-F238E27FC236}">
                      <a16:creationId xmlns:a16="http://schemas.microsoft.com/office/drawing/2014/main" id="{614BAE97-2F49-E7AC-24E7-1FD916E3416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5FEB9A00-CE2E-3919-DFD5-EE52D4FB3F55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T3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83" name="Gerade Verbindung mit Pfeil 82">
                  <a:extLst>
                    <a:ext uri="{FF2B5EF4-FFF2-40B4-BE49-F238E27FC236}">
                      <a16:creationId xmlns:a16="http://schemas.microsoft.com/office/drawing/2014/main" id="{58586D33-7676-020F-35DC-5DA099E3EFCF}"/>
                    </a:ext>
                  </a:extLst>
                </p:cNvPr>
                <p:cNvCxnSpPr>
                  <a:cxnSpLocks/>
                  <a:stCxn id="81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uppieren 87">
                <a:extLst>
                  <a:ext uri="{FF2B5EF4-FFF2-40B4-BE49-F238E27FC236}">
                    <a16:creationId xmlns:a16="http://schemas.microsoft.com/office/drawing/2014/main" id="{1BAAC263-31E1-2D61-EE57-97EA4886F998}"/>
                  </a:ext>
                </a:extLst>
              </p:cNvPr>
              <p:cNvGrpSpPr/>
              <p:nvPr/>
            </p:nvGrpSpPr>
            <p:grpSpPr>
              <a:xfrm>
                <a:off x="10063544" y="2625040"/>
                <a:ext cx="858393" cy="285895"/>
                <a:chOff x="1297305" y="196206"/>
                <a:chExt cx="858393" cy="285895"/>
              </a:xfrm>
            </p:grpSpPr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CC9B21B8-4A54-7DCA-C244-64CC5CD3944D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039D145B-4620-3AFA-EEE6-B0090F9198B0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T4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91" name="Gerade Verbindung mit Pfeil 90">
                  <a:extLst>
                    <a:ext uri="{FF2B5EF4-FFF2-40B4-BE49-F238E27FC236}">
                      <a16:creationId xmlns:a16="http://schemas.microsoft.com/office/drawing/2014/main" id="{E5B0E448-69C4-A6C3-81DF-CA7C44CFA5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uppieren 91">
                <a:extLst>
                  <a:ext uri="{FF2B5EF4-FFF2-40B4-BE49-F238E27FC236}">
                    <a16:creationId xmlns:a16="http://schemas.microsoft.com/office/drawing/2014/main" id="{61A1F5C4-53CB-6F6B-FFDD-54EC0499FDF9}"/>
                  </a:ext>
                </a:extLst>
              </p:cNvPr>
              <p:cNvGrpSpPr/>
              <p:nvPr/>
            </p:nvGrpSpPr>
            <p:grpSpPr>
              <a:xfrm>
                <a:off x="10737152" y="3417277"/>
                <a:ext cx="858393" cy="285895"/>
                <a:chOff x="1297305" y="196206"/>
                <a:chExt cx="858393" cy="285895"/>
              </a:xfrm>
            </p:grpSpPr>
            <p:sp>
              <p:nvSpPr>
                <p:cNvPr id="93" name="Ellipse 92">
                  <a:extLst>
                    <a:ext uri="{FF2B5EF4-FFF2-40B4-BE49-F238E27FC236}">
                      <a16:creationId xmlns:a16="http://schemas.microsoft.com/office/drawing/2014/main" id="{116B6C93-8B21-EDBF-3DA7-CC856CCE10CA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94" name="Textfeld 93">
                  <a:extLst>
                    <a:ext uri="{FF2B5EF4-FFF2-40B4-BE49-F238E27FC236}">
                      <a16:creationId xmlns:a16="http://schemas.microsoft.com/office/drawing/2014/main" id="{09E48F9C-81A7-0868-4775-BCC9F872B455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T5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95" name="Gerade Verbindung mit Pfeil 94">
                  <a:extLst>
                    <a:ext uri="{FF2B5EF4-FFF2-40B4-BE49-F238E27FC236}">
                      <a16:creationId xmlns:a16="http://schemas.microsoft.com/office/drawing/2014/main" id="{5913FA14-1D62-F39B-36D5-7966E6347B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0" name="Gruppieren 99">
                <a:extLst>
                  <a:ext uri="{FF2B5EF4-FFF2-40B4-BE49-F238E27FC236}">
                    <a16:creationId xmlns:a16="http://schemas.microsoft.com/office/drawing/2014/main" id="{721034C7-1595-B8E5-E004-654B6A942113}"/>
                  </a:ext>
                </a:extLst>
              </p:cNvPr>
              <p:cNvGrpSpPr/>
              <p:nvPr/>
            </p:nvGrpSpPr>
            <p:grpSpPr>
              <a:xfrm>
                <a:off x="6473952" y="2943734"/>
                <a:ext cx="894585" cy="285895"/>
                <a:chOff x="923166" y="196206"/>
                <a:chExt cx="894585" cy="285895"/>
              </a:xfrm>
            </p:grpSpPr>
            <p:sp>
              <p:nvSpPr>
                <p:cNvPr id="101" name="Ellipse 100">
                  <a:extLst>
                    <a:ext uri="{FF2B5EF4-FFF2-40B4-BE49-F238E27FC236}">
                      <a16:creationId xmlns:a16="http://schemas.microsoft.com/office/drawing/2014/main" id="{4CE4B3A2-CDDD-6518-C9D9-50FCD60B280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064A34B0-B7CD-F6D0-658C-1C818DD6573B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T2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03" name="Gerade Verbindung mit Pfeil 102">
                  <a:extLst>
                    <a:ext uri="{FF2B5EF4-FFF2-40B4-BE49-F238E27FC236}">
                      <a16:creationId xmlns:a16="http://schemas.microsoft.com/office/drawing/2014/main" id="{893FB9E8-BBA8-6FCF-860A-3F610C6ADA98}"/>
                    </a:ext>
                  </a:extLst>
                </p:cNvPr>
                <p:cNvCxnSpPr>
                  <a:cxnSpLocks/>
                  <a:stCxn id="101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59024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4F5A180-7AF1-2608-22EE-3082A6A15F47}"/>
              </a:ext>
            </a:extLst>
          </p:cNvPr>
          <p:cNvGrpSpPr/>
          <p:nvPr/>
        </p:nvGrpSpPr>
        <p:grpSpPr>
          <a:xfrm>
            <a:off x="-82296" y="210312"/>
            <a:ext cx="12353544" cy="6556248"/>
            <a:chOff x="-82296" y="210312"/>
            <a:chExt cx="12353544" cy="655624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6C7AEC04-AF11-CE9F-E0EA-69C081D1D94E}"/>
                </a:ext>
              </a:extLst>
            </p:cNvPr>
            <p:cNvSpPr/>
            <p:nvPr/>
          </p:nvSpPr>
          <p:spPr>
            <a:xfrm>
              <a:off x="-82296" y="210312"/>
              <a:ext cx="12353544" cy="6556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4BFFDA0F-82D8-14E7-1E88-267DA77F6E06}"/>
                </a:ext>
              </a:extLst>
            </p:cNvPr>
            <p:cNvGrpSpPr/>
            <p:nvPr/>
          </p:nvGrpSpPr>
          <p:grpSpPr>
            <a:xfrm>
              <a:off x="119971" y="295091"/>
              <a:ext cx="12046788" cy="6400542"/>
              <a:chOff x="119971" y="295091"/>
              <a:chExt cx="12046788" cy="6400542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5E2A507F-FF46-F34F-C50F-9B4544D35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19971" y="678201"/>
                <a:ext cx="11949010" cy="5307863"/>
              </a:xfrm>
              <a:prstGeom prst="rect">
                <a:avLst/>
              </a:prstGeom>
            </p:spPr>
          </p:pic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42439F9D-5E72-6CBC-AF0D-B05B98E474A5}"/>
                  </a:ext>
                </a:extLst>
              </p:cNvPr>
              <p:cNvGrpSpPr/>
              <p:nvPr/>
            </p:nvGrpSpPr>
            <p:grpSpPr>
              <a:xfrm>
                <a:off x="1648015" y="295091"/>
                <a:ext cx="518160" cy="628453"/>
                <a:chOff x="1297305" y="196206"/>
                <a:chExt cx="518160" cy="628453"/>
              </a:xfrm>
            </p:grpSpPr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1E8D63F3-996A-AAB9-35AD-4613BADE236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DFB31D2D-E800-181B-F801-219486173D3A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E81A160F-6632-4B07-F84C-A01F77B3E0CF}"/>
                    </a:ext>
                  </a:extLst>
                </p:cNvPr>
                <p:cNvCxnSpPr>
                  <a:stCxn id="11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9657B06A-4D76-618D-14D7-5EEB9C0E2036}"/>
                  </a:ext>
                </a:extLst>
              </p:cNvPr>
              <p:cNvGrpSpPr/>
              <p:nvPr/>
            </p:nvGrpSpPr>
            <p:grpSpPr>
              <a:xfrm>
                <a:off x="8477981" y="295091"/>
                <a:ext cx="518160" cy="628453"/>
                <a:chOff x="1297305" y="196206"/>
                <a:chExt cx="518160" cy="628453"/>
              </a:xfrm>
            </p:grpSpPr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988CD852-AA4C-2D6B-AEDE-B98944A38815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5D4EE442-084D-F6E3-EC90-24AE59186834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7" name="Gerade Verbindung mit Pfeil 16">
                  <a:extLst>
                    <a:ext uri="{FF2B5EF4-FFF2-40B4-BE49-F238E27FC236}">
                      <a16:creationId xmlns:a16="http://schemas.microsoft.com/office/drawing/2014/main" id="{62FBF759-0838-248E-559C-F786AA696F70}"/>
                    </a:ext>
                  </a:extLst>
                </p:cNvPr>
                <p:cNvCxnSpPr>
                  <a:stCxn id="15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5DB16E57-F7E6-4AEE-0247-5C8A139B2FB7}"/>
                  </a:ext>
                </a:extLst>
              </p:cNvPr>
              <p:cNvGrpSpPr/>
              <p:nvPr/>
            </p:nvGrpSpPr>
            <p:grpSpPr>
              <a:xfrm>
                <a:off x="8347425" y="6082931"/>
                <a:ext cx="518160" cy="612702"/>
                <a:chOff x="1297305" y="-130601"/>
                <a:chExt cx="518160" cy="612702"/>
              </a:xfrm>
            </p:grpSpPr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A42C0C13-C52B-505F-828A-7F1EAAAE53A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DDA64ED-D766-F3B1-ECEA-C48EE611A8E7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CA2C9F42-62FF-B9AE-87DC-FBA45FD7592D}"/>
                    </a:ext>
                  </a:extLst>
                </p:cNvPr>
                <p:cNvCxnSpPr>
                  <a:cxnSpLocks/>
                  <a:stCxn id="19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Gruppieren 32">
                <a:extLst>
                  <a:ext uri="{FF2B5EF4-FFF2-40B4-BE49-F238E27FC236}">
                    <a16:creationId xmlns:a16="http://schemas.microsoft.com/office/drawing/2014/main" id="{8E3B9536-D82C-A1E0-70B4-306BC947F3AE}"/>
                  </a:ext>
                </a:extLst>
              </p:cNvPr>
              <p:cNvGrpSpPr/>
              <p:nvPr/>
            </p:nvGrpSpPr>
            <p:grpSpPr>
              <a:xfrm>
                <a:off x="1965007" y="6082931"/>
                <a:ext cx="518160" cy="612702"/>
                <a:chOff x="1297305" y="-130601"/>
                <a:chExt cx="518160" cy="612702"/>
              </a:xfrm>
            </p:grpSpPr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id="{1111669B-C878-87F3-5024-53BABB579960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5BD0200-3A5E-AA4B-5741-87439C64FD91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6" name="Gerade Verbindung mit Pfeil 35">
                  <a:extLst>
                    <a:ext uri="{FF2B5EF4-FFF2-40B4-BE49-F238E27FC236}">
                      <a16:creationId xmlns:a16="http://schemas.microsoft.com/office/drawing/2014/main" id="{7834DE97-34AC-6265-01CF-5709397E3054}"/>
                    </a:ext>
                  </a:extLst>
                </p:cNvPr>
                <p:cNvCxnSpPr>
                  <a:cxnSpLocks/>
                  <a:stCxn id="34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C1153831-6CAF-CCC7-7B0F-6930BE8024CE}"/>
                  </a:ext>
                </a:extLst>
              </p:cNvPr>
              <p:cNvSpPr/>
              <p:nvPr/>
            </p:nvSpPr>
            <p:spPr>
              <a:xfrm>
                <a:off x="228600" y="923544"/>
                <a:ext cx="5952744" cy="25694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3" name="Rechteck 2">
                <a:extLst>
                  <a:ext uri="{FF2B5EF4-FFF2-40B4-BE49-F238E27FC236}">
                    <a16:creationId xmlns:a16="http://schemas.microsoft.com/office/drawing/2014/main" id="{8D97037E-4F46-C936-911A-67BECF6EA6DA}"/>
                  </a:ext>
                </a:extLst>
              </p:cNvPr>
              <p:cNvSpPr/>
              <p:nvPr/>
            </p:nvSpPr>
            <p:spPr>
              <a:xfrm>
                <a:off x="224695" y="3525867"/>
                <a:ext cx="5952744" cy="25694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4C389A90-8C2C-8EFE-6F75-4732E3867534}"/>
                  </a:ext>
                </a:extLst>
              </p:cNvPr>
              <p:cNvSpPr/>
              <p:nvPr/>
            </p:nvSpPr>
            <p:spPr>
              <a:xfrm>
                <a:off x="6210300" y="923544"/>
                <a:ext cx="5952744" cy="25694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8A442E75-8B92-665E-7EC9-52B764A45530}"/>
                  </a:ext>
                </a:extLst>
              </p:cNvPr>
              <p:cNvSpPr/>
              <p:nvPr/>
            </p:nvSpPr>
            <p:spPr>
              <a:xfrm>
                <a:off x="6214015" y="3523696"/>
                <a:ext cx="5952744" cy="25694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207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C3E43355-BCB9-52D4-172E-39BD3C71BE81}"/>
              </a:ext>
            </a:extLst>
          </p:cNvPr>
          <p:cNvGrpSpPr/>
          <p:nvPr/>
        </p:nvGrpSpPr>
        <p:grpSpPr>
          <a:xfrm>
            <a:off x="1719072" y="969264"/>
            <a:ext cx="8741664" cy="4818888"/>
            <a:chOff x="1719072" y="969264"/>
            <a:chExt cx="8741664" cy="4818888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F73041E3-3724-365F-08D7-AA386419D212}"/>
                </a:ext>
              </a:extLst>
            </p:cNvPr>
            <p:cNvSpPr/>
            <p:nvPr/>
          </p:nvSpPr>
          <p:spPr>
            <a:xfrm>
              <a:off x="1719072" y="969264"/>
              <a:ext cx="8741664" cy="4818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1A4E3471-CC88-997E-2BA8-2C0EE30A5057}"/>
                </a:ext>
              </a:extLst>
            </p:cNvPr>
            <p:cNvGrpSpPr/>
            <p:nvPr/>
          </p:nvGrpSpPr>
          <p:grpSpPr>
            <a:xfrm>
              <a:off x="1785336" y="1042939"/>
              <a:ext cx="8621328" cy="4679816"/>
              <a:chOff x="1785336" y="1042939"/>
              <a:chExt cx="8621328" cy="4679816"/>
            </a:xfrm>
          </p:grpSpPr>
          <p:pic>
            <p:nvPicPr>
              <p:cNvPr id="3" name="Grafik 2" descr="Ein Bild, das Text, Screenshot, Diagramm, Reihe enthält.&#10;&#10;KI-generierte Inhalte können fehlerhaft sein.">
                <a:extLst>
                  <a:ext uri="{FF2B5EF4-FFF2-40B4-BE49-F238E27FC236}">
                    <a16:creationId xmlns:a16="http://schemas.microsoft.com/office/drawing/2014/main" id="{FAAC3DCA-94BE-927F-9C9B-5777A98ED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85336" y="1671392"/>
                <a:ext cx="8621328" cy="3515216"/>
              </a:xfrm>
              <a:prstGeom prst="rect">
                <a:avLst/>
              </a:prstGeom>
            </p:spPr>
          </p:pic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0EA75FA7-3416-EEA5-D749-E4FFF403387B}"/>
                  </a:ext>
                </a:extLst>
              </p:cNvPr>
              <p:cNvGrpSpPr/>
              <p:nvPr/>
            </p:nvGrpSpPr>
            <p:grpSpPr>
              <a:xfrm>
                <a:off x="5733669" y="1042939"/>
                <a:ext cx="518160" cy="628453"/>
                <a:chOff x="1297305" y="196206"/>
                <a:chExt cx="518160" cy="628453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8EDA9898-6624-1FFC-34CB-E8D76D1EC275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79B32761-B535-C0AB-0AD6-993A620345F5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" name="Gerade Verbindung mit Pfeil 6">
                  <a:extLst>
                    <a:ext uri="{FF2B5EF4-FFF2-40B4-BE49-F238E27FC236}">
                      <a16:creationId xmlns:a16="http://schemas.microsoft.com/office/drawing/2014/main" id="{015BF527-4ECE-4E7E-40CF-E82F4FD02202}"/>
                    </a:ext>
                  </a:extLst>
                </p:cNvPr>
                <p:cNvCxnSpPr>
                  <a:stCxn id="5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B0D4B4D0-C088-F9DD-5469-F44D52FC6253}"/>
                  </a:ext>
                </a:extLst>
              </p:cNvPr>
              <p:cNvGrpSpPr/>
              <p:nvPr/>
            </p:nvGrpSpPr>
            <p:grpSpPr>
              <a:xfrm>
                <a:off x="9505950" y="5110053"/>
                <a:ext cx="518160" cy="612702"/>
                <a:chOff x="1297305" y="-130601"/>
                <a:chExt cx="518160" cy="612702"/>
              </a:xfrm>
            </p:grpSpPr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A151D4AF-E4C7-A971-0758-6208C3494CC5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9099E68C-EB63-7F83-0F0B-859ABD94CA2C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1" name="Gerade Verbindung mit Pfeil 10">
                  <a:extLst>
                    <a:ext uri="{FF2B5EF4-FFF2-40B4-BE49-F238E27FC236}">
                      <a16:creationId xmlns:a16="http://schemas.microsoft.com/office/drawing/2014/main" id="{F7E3F8FA-C70E-0D2D-CD99-53A7A4C4E691}"/>
                    </a:ext>
                  </a:extLst>
                </p:cNvPr>
                <p:cNvCxnSpPr>
                  <a:cxnSpLocks/>
                  <a:stCxn id="9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3260C57D-92F3-4C2B-1220-4E43FD585FF8}"/>
                  </a:ext>
                </a:extLst>
              </p:cNvPr>
              <p:cNvGrpSpPr/>
              <p:nvPr/>
            </p:nvGrpSpPr>
            <p:grpSpPr>
              <a:xfrm>
                <a:off x="5642991" y="4010806"/>
                <a:ext cx="518160" cy="1099247"/>
                <a:chOff x="1297305" y="-617146"/>
                <a:chExt cx="518160" cy="1099247"/>
              </a:xfrm>
            </p:grpSpPr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DBE9D376-CEF3-2E4C-9CE2-24082CD08EF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1DA9EEC7-977F-AB0B-9FC8-B9AD628A2B74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5" name="Gerade Verbindung mit Pfeil 14">
                  <a:extLst>
                    <a:ext uri="{FF2B5EF4-FFF2-40B4-BE49-F238E27FC236}">
                      <a16:creationId xmlns:a16="http://schemas.microsoft.com/office/drawing/2014/main" id="{454294D8-02EE-430F-C1E3-AD770D42B4DE}"/>
                    </a:ext>
                  </a:extLst>
                </p:cNvPr>
                <p:cNvCxnSpPr>
                  <a:cxnSpLocks/>
                  <a:stCxn id="13" idx="0"/>
                </p:cNvCxnSpPr>
                <p:nvPr/>
              </p:nvCxnSpPr>
              <p:spPr>
                <a:xfrm flipV="1">
                  <a:off x="1465707" y="-617146"/>
                  <a:ext cx="0" cy="81335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06931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DF20FAA-5975-C700-B421-8EB145468CE9}"/>
              </a:ext>
            </a:extLst>
          </p:cNvPr>
          <p:cNvGrpSpPr/>
          <p:nvPr/>
        </p:nvGrpSpPr>
        <p:grpSpPr>
          <a:xfrm>
            <a:off x="1389888" y="1581912"/>
            <a:ext cx="8558784" cy="3255264"/>
            <a:chOff x="1389888" y="1581912"/>
            <a:chExt cx="8558784" cy="3255264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AAAAD37A-D188-813F-6B22-DE4763AC1CC8}"/>
                </a:ext>
              </a:extLst>
            </p:cNvPr>
            <p:cNvGrpSpPr/>
            <p:nvPr/>
          </p:nvGrpSpPr>
          <p:grpSpPr>
            <a:xfrm>
              <a:off x="1389888" y="1581912"/>
              <a:ext cx="8558784" cy="3255264"/>
              <a:chOff x="1389888" y="1581912"/>
              <a:chExt cx="8558784" cy="3255264"/>
            </a:xfrm>
          </p:grpSpPr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102EA8E-C36A-AF1D-3984-FCCE855A5D70}"/>
                  </a:ext>
                </a:extLst>
              </p:cNvPr>
              <p:cNvSpPr/>
              <p:nvPr/>
            </p:nvSpPr>
            <p:spPr>
              <a:xfrm>
                <a:off x="1389888" y="1581912"/>
                <a:ext cx="8558784" cy="32552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49497D8F-924B-26C0-F30D-613541BA4B9F}"/>
                  </a:ext>
                </a:extLst>
              </p:cNvPr>
              <p:cNvGrpSpPr/>
              <p:nvPr/>
            </p:nvGrpSpPr>
            <p:grpSpPr>
              <a:xfrm>
                <a:off x="1514047" y="1581912"/>
                <a:ext cx="7981489" cy="3255264"/>
                <a:chOff x="1514047" y="1581912"/>
                <a:chExt cx="7981489" cy="3255264"/>
              </a:xfrm>
            </p:grpSpPr>
            <p:pic>
              <p:nvPicPr>
                <p:cNvPr id="5" name="Grafik 4">
                  <a:extLst>
                    <a:ext uri="{FF2B5EF4-FFF2-40B4-BE49-F238E27FC236}">
                      <a16:creationId xmlns:a16="http://schemas.microsoft.com/office/drawing/2014/main" id="{CAC92627-EE05-5C1B-2912-6D6DD7AC1E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514047" y="1581912"/>
                  <a:ext cx="7981489" cy="3255264"/>
                </a:xfrm>
                <a:prstGeom prst="rect">
                  <a:avLst/>
                </a:prstGeom>
              </p:spPr>
            </p:pic>
            <p:grpSp>
              <p:nvGrpSpPr>
                <p:cNvPr id="6" name="Gruppieren 5">
                  <a:extLst>
                    <a:ext uri="{FF2B5EF4-FFF2-40B4-BE49-F238E27FC236}">
                      <a16:creationId xmlns:a16="http://schemas.microsoft.com/office/drawing/2014/main" id="{1089E477-CD56-13ED-1A9D-7820B1C656D2}"/>
                    </a:ext>
                  </a:extLst>
                </p:cNvPr>
                <p:cNvGrpSpPr/>
                <p:nvPr/>
              </p:nvGrpSpPr>
              <p:grpSpPr>
                <a:xfrm>
                  <a:off x="3602355" y="1877151"/>
                  <a:ext cx="518160" cy="628453"/>
                  <a:chOff x="1297305" y="196206"/>
                  <a:chExt cx="518160" cy="628453"/>
                </a:xfrm>
              </p:grpSpPr>
              <p:sp>
                <p:nvSpPr>
                  <p:cNvPr id="7" name="Ellipse 6">
                    <a:extLst>
                      <a:ext uri="{FF2B5EF4-FFF2-40B4-BE49-F238E27FC236}">
                        <a16:creationId xmlns:a16="http://schemas.microsoft.com/office/drawing/2014/main" id="{F9730923-C0CB-30AF-6171-E834D9EA93A6}"/>
                      </a:ext>
                    </a:extLst>
                  </p:cNvPr>
                  <p:cNvSpPr/>
                  <p:nvPr/>
                </p:nvSpPr>
                <p:spPr>
                  <a:xfrm>
                    <a:off x="1317117" y="196206"/>
                    <a:ext cx="297180" cy="285895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AT"/>
                  </a:p>
                </p:txBody>
              </p:sp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C13DA8BE-E76F-58BE-0280-9491141F2E16}"/>
                      </a:ext>
                    </a:extLst>
                  </p:cNvPr>
                  <p:cNvSpPr txBox="1"/>
                  <p:nvPr/>
                </p:nvSpPr>
                <p:spPr>
                  <a:xfrm>
                    <a:off x="1297305" y="208397"/>
                    <a:ext cx="518160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AT" sz="1100" dirty="0">
                        <a:solidFill>
                          <a:srgbClr val="FF0000"/>
                        </a:solidFill>
                      </a:rPr>
                      <a:t>S8</a:t>
                    </a:r>
                    <a:endParaRPr lang="de-AT" sz="1400" dirty="0">
                      <a:solidFill>
                        <a:srgbClr val="FF0000"/>
                      </a:solidFill>
                    </a:endParaRPr>
                  </a:p>
                </p:txBody>
              </p:sp>
              <p:cxnSp>
                <p:nvCxnSpPr>
                  <p:cNvPr id="9" name="Gerade Verbindung mit Pfeil 8">
                    <a:extLst>
                      <a:ext uri="{FF2B5EF4-FFF2-40B4-BE49-F238E27FC236}">
                        <a16:creationId xmlns:a16="http://schemas.microsoft.com/office/drawing/2014/main" id="{1CF5E270-58B0-4BFE-8E06-1DD04D23BF2B}"/>
                      </a:ext>
                    </a:extLst>
                  </p:cNvPr>
                  <p:cNvCxnSpPr>
                    <a:cxnSpLocks/>
                    <a:stCxn id="7" idx="4"/>
                  </p:cNvCxnSpPr>
                  <p:nvPr/>
                </p:nvCxnSpPr>
                <p:spPr>
                  <a:xfrm>
                    <a:off x="1465707" y="482101"/>
                    <a:ext cx="0" cy="342558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E68B93F9-94C5-ADB6-B4F6-B905AF9EC220}"/>
                </a:ext>
              </a:extLst>
            </p:cNvPr>
            <p:cNvGrpSpPr/>
            <p:nvPr/>
          </p:nvGrpSpPr>
          <p:grpSpPr>
            <a:xfrm>
              <a:off x="3414142" y="4409060"/>
              <a:ext cx="894585" cy="285895"/>
              <a:chOff x="923166" y="196206"/>
              <a:chExt cx="894585" cy="285895"/>
            </a:xfrm>
          </p:grpSpPr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B0900718-A5EA-A97B-FCC7-8AAA4BA5DE68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0FDB00C8-0A50-0C35-C932-4E41AF67F98F}"/>
                  </a:ext>
                </a:extLst>
              </p:cNvPr>
              <p:cNvSpPr txBox="1"/>
              <p:nvPr/>
            </p:nvSpPr>
            <p:spPr>
              <a:xfrm>
                <a:off x="1299591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S9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A97067E5-2AEB-FD06-A2EC-97E0D8104CB7}"/>
                  </a:ext>
                </a:extLst>
              </p:cNvPr>
              <p:cNvCxnSpPr>
                <a:cxnSpLocks/>
                <a:stCxn id="22" idx="2"/>
              </p:cNvCxnSpPr>
              <p:nvPr/>
            </p:nvCxnSpPr>
            <p:spPr>
              <a:xfrm flipH="1">
                <a:off x="923166" y="339154"/>
                <a:ext cx="3939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9093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8331831-3FD9-6B0B-7638-85949BF5CF4E}"/>
              </a:ext>
            </a:extLst>
          </p:cNvPr>
          <p:cNvGrpSpPr/>
          <p:nvPr/>
        </p:nvGrpSpPr>
        <p:grpSpPr>
          <a:xfrm>
            <a:off x="1600200" y="1380744"/>
            <a:ext cx="8988552" cy="4370832"/>
            <a:chOff x="1600200" y="1380744"/>
            <a:chExt cx="8988552" cy="4370832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1E8DB529-EB92-1E73-E103-8CFEC9ED44D8}"/>
                </a:ext>
              </a:extLst>
            </p:cNvPr>
            <p:cNvSpPr/>
            <p:nvPr/>
          </p:nvSpPr>
          <p:spPr>
            <a:xfrm>
              <a:off x="1600200" y="1380744"/>
              <a:ext cx="8988552" cy="4370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CDAEEAFC-F9A9-2AFA-B268-212ED75F76D0}"/>
                </a:ext>
              </a:extLst>
            </p:cNvPr>
            <p:cNvGrpSpPr/>
            <p:nvPr/>
          </p:nvGrpSpPr>
          <p:grpSpPr>
            <a:xfrm>
              <a:off x="1685740" y="1461597"/>
              <a:ext cx="8817472" cy="4221345"/>
              <a:chOff x="1685740" y="1461597"/>
              <a:chExt cx="8817472" cy="4221345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918FCDE6-81A2-2D39-1BC1-EE8F65101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685740" y="1612213"/>
                <a:ext cx="8817472" cy="3658111"/>
              </a:xfrm>
              <a:prstGeom prst="rect">
                <a:avLst/>
              </a:prstGeom>
            </p:spPr>
          </p:pic>
          <p:grpSp>
            <p:nvGrpSpPr>
              <p:cNvPr id="6" name="Gruppieren 5">
                <a:extLst>
                  <a:ext uri="{FF2B5EF4-FFF2-40B4-BE49-F238E27FC236}">
                    <a16:creationId xmlns:a16="http://schemas.microsoft.com/office/drawing/2014/main" id="{F91DCA29-B293-300D-32A9-C784C721F41E}"/>
                  </a:ext>
                </a:extLst>
              </p:cNvPr>
              <p:cNvGrpSpPr/>
              <p:nvPr/>
            </p:nvGrpSpPr>
            <p:grpSpPr>
              <a:xfrm>
                <a:off x="3387090" y="4570557"/>
                <a:ext cx="518160" cy="612702"/>
                <a:chOff x="1259205" y="-130601"/>
                <a:chExt cx="518160" cy="612702"/>
              </a:xfrm>
            </p:grpSpPr>
            <p:sp>
              <p:nvSpPr>
                <p:cNvPr id="7" name="Ellipse 6">
                  <a:extLst>
                    <a:ext uri="{FF2B5EF4-FFF2-40B4-BE49-F238E27FC236}">
                      <a16:creationId xmlns:a16="http://schemas.microsoft.com/office/drawing/2014/main" id="{DC0BC931-B49D-A614-AEB2-76355772E15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0A2E174B-D412-F03E-58BB-769290DDD796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9" name="Gerade Verbindung mit Pfeil 8">
                  <a:extLst>
                    <a:ext uri="{FF2B5EF4-FFF2-40B4-BE49-F238E27FC236}">
                      <a16:creationId xmlns:a16="http://schemas.microsoft.com/office/drawing/2014/main" id="{3B9875A1-C71B-CC13-EB82-1FC0B7BD072F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D013DD2C-72DF-E5BD-CDFB-A78F2BCA6D50}"/>
                  </a:ext>
                </a:extLst>
              </p:cNvPr>
              <p:cNvGrpSpPr/>
              <p:nvPr/>
            </p:nvGrpSpPr>
            <p:grpSpPr>
              <a:xfrm>
                <a:off x="8007477" y="1461597"/>
                <a:ext cx="518160" cy="628453"/>
                <a:chOff x="1266825" y="196206"/>
                <a:chExt cx="518160" cy="628453"/>
              </a:xfrm>
            </p:grpSpPr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CC03F3DE-538C-0E5A-0F03-3AACA8D730A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E73DB116-0DE3-E89F-A506-56EF258F238B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533CB87E-BEFE-FC07-E3FF-8DE58C0948FC}"/>
                    </a:ext>
                  </a:extLst>
                </p:cNvPr>
                <p:cNvCxnSpPr>
                  <a:stCxn id="11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6F9C4116-9A7F-9BA3-02D3-2D4B70421CDC}"/>
                  </a:ext>
                </a:extLst>
              </p:cNvPr>
              <p:cNvGrpSpPr/>
              <p:nvPr/>
            </p:nvGrpSpPr>
            <p:grpSpPr>
              <a:xfrm>
                <a:off x="6446257" y="4885270"/>
                <a:ext cx="888873" cy="285895"/>
                <a:chOff x="1266825" y="196206"/>
                <a:chExt cx="888873" cy="285895"/>
              </a:xfrm>
            </p:grpSpPr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3CB8247B-A4E6-3FDA-F746-133EF74A07E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DD3BD5CE-80E2-1DCE-92AB-CCAEF9EE4C40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A9FE390F-DA93-953E-807E-617F0ACD1F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5D536AC1-91B4-0A99-1713-A7256BE6486B}"/>
                  </a:ext>
                </a:extLst>
              </p:cNvPr>
              <p:cNvGrpSpPr/>
              <p:nvPr/>
            </p:nvGrpSpPr>
            <p:grpSpPr>
              <a:xfrm>
                <a:off x="9150332" y="5070240"/>
                <a:ext cx="518160" cy="612702"/>
                <a:chOff x="1259205" y="-130601"/>
                <a:chExt cx="518160" cy="612702"/>
              </a:xfrm>
            </p:grpSpPr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96B054B9-3A86-EE87-ED8C-F6117AACB810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55E72383-E228-FA9C-F7D1-74CAF14020A5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5" name="Gerade Verbindung mit Pfeil 24">
                  <a:extLst>
                    <a:ext uri="{FF2B5EF4-FFF2-40B4-BE49-F238E27FC236}">
                      <a16:creationId xmlns:a16="http://schemas.microsoft.com/office/drawing/2014/main" id="{08271A9D-7A21-6687-5E57-C6BA9AF4444F}"/>
                    </a:ext>
                  </a:extLst>
                </p:cNvPr>
                <p:cNvCxnSpPr>
                  <a:cxnSpLocks/>
                  <a:stCxn id="23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49047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AF8A7DB-93F5-FE61-EAC3-73EF4CC2039E}"/>
              </a:ext>
            </a:extLst>
          </p:cNvPr>
          <p:cNvGrpSpPr/>
          <p:nvPr/>
        </p:nvGrpSpPr>
        <p:grpSpPr>
          <a:xfrm>
            <a:off x="1728216" y="1536192"/>
            <a:ext cx="8750808" cy="3767328"/>
            <a:chOff x="1728216" y="1536192"/>
            <a:chExt cx="8750808" cy="3767328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CE0480FF-0010-0D56-1D19-60F065F3A22F}"/>
                </a:ext>
              </a:extLst>
            </p:cNvPr>
            <p:cNvSpPr/>
            <p:nvPr/>
          </p:nvSpPr>
          <p:spPr>
            <a:xfrm>
              <a:off x="1728216" y="1536192"/>
              <a:ext cx="8750808" cy="3767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F96B5B98-E549-72C2-CFD5-612602ED20F8}"/>
                </a:ext>
              </a:extLst>
            </p:cNvPr>
            <p:cNvGrpSpPr/>
            <p:nvPr/>
          </p:nvGrpSpPr>
          <p:grpSpPr>
            <a:xfrm>
              <a:off x="1886275" y="1696307"/>
              <a:ext cx="8592749" cy="3566452"/>
              <a:chOff x="1886275" y="1696307"/>
              <a:chExt cx="8592749" cy="3566452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0223195C-9434-F747-7AEE-DB280974B0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886275" y="1696307"/>
                <a:ext cx="8592749" cy="3566452"/>
              </a:xfrm>
              <a:prstGeom prst="rect">
                <a:avLst/>
              </a:prstGeom>
            </p:spPr>
          </p:pic>
          <p:grpSp>
            <p:nvGrpSpPr>
              <p:cNvPr id="6" name="Gruppieren 5">
                <a:extLst>
                  <a:ext uri="{FF2B5EF4-FFF2-40B4-BE49-F238E27FC236}">
                    <a16:creationId xmlns:a16="http://schemas.microsoft.com/office/drawing/2014/main" id="{14831798-67C4-A39A-F4C4-C74B316349CF}"/>
                  </a:ext>
                </a:extLst>
              </p:cNvPr>
              <p:cNvGrpSpPr/>
              <p:nvPr/>
            </p:nvGrpSpPr>
            <p:grpSpPr>
              <a:xfrm>
                <a:off x="4394454" y="4550554"/>
                <a:ext cx="518160" cy="612702"/>
                <a:chOff x="1259205" y="-130601"/>
                <a:chExt cx="518160" cy="612702"/>
              </a:xfrm>
            </p:grpSpPr>
            <p:sp>
              <p:nvSpPr>
                <p:cNvPr id="7" name="Ellipse 6">
                  <a:extLst>
                    <a:ext uri="{FF2B5EF4-FFF2-40B4-BE49-F238E27FC236}">
                      <a16:creationId xmlns:a16="http://schemas.microsoft.com/office/drawing/2014/main" id="{F699D4F9-8FBA-137B-118A-FEE9AF481FE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C6AE9012-5B26-208B-19B3-DEBAF8D37DBE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9" name="Gerade Verbindung mit Pfeil 8">
                  <a:extLst>
                    <a:ext uri="{FF2B5EF4-FFF2-40B4-BE49-F238E27FC236}">
                      <a16:creationId xmlns:a16="http://schemas.microsoft.com/office/drawing/2014/main" id="{098B6F88-CF22-91C2-14E5-1D65DBA40815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A04C7791-1D9A-0870-5193-85C2F7EE7556}"/>
                  </a:ext>
                </a:extLst>
              </p:cNvPr>
              <p:cNvGrpSpPr/>
              <p:nvPr/>
            </p:nvGrpSpPr>
            <p:grpSpPr>
              <a:xfrm>
                <a:off x="8027291" y="4897172"/>
                <a:ext cx="888873" cy="285895"/>
                <a:chOff x="1266825" y="196206"/>
                <a:chExt cx="888873" cy="285895"/>
              </a:xfrm>
            </p:grpSpPr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78F73232-882B-9E06-6AEC-7C6FF61696E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D7648FCF-0BFC-A757-D65F-A75F61CC7D07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31327852-5452-5B7E-2D86-BAEE944034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94722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DE16FB97-0153-764B-FFCB-3A4C910F84B3}"/>
              </a:ext>
            </a:extLst>
          </p:cNvPr>
          <p:cNvGrpSpPr/>
          <p:nvPr/>
        </p:nvGrpSpPr>
        <p:grpSpPr>
          <a:xfrm>
            <a:off x="1014984" y="1563624"/>
            <a:ext cx="9537192" cy="4407408"/>
            <a:chOff x="1014984" y="1563624"/>
            <a:chExt cx="9537192" cy="4407408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EC571A7-D282-411E-893D-6A0D27B08108}"/>
                </a:ext>
              </a:extLst>
            </p:cNvPr>
            <p:cNvSpPr/>
            <p:nvPr/>
          </p:nvSpPr>
          <p:spPr>
            <a:xfrm>
              <a:off x="1014984" y="1563624"/>
              <a:ext cx="9537192" cy="4407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2091BE0-0381-324D-52EF-E470A69459CB}"/>
                </a:ext>
              </a:extLst>
            </p:cNvPr>
            <p:cNvGrpSpPr/>
            <p:nvPr/>
          </p:nvGrpSpPr>
          <p:grpSpPr>
            <a:xfrm>
              <a:off x="1098384" y="1647427"/>
              <a:ext cx="9440762" cy="4241020"/>
              <a:chOff x="1098384" y="1647427"/>
              <a:chExt cx="9440762" cy="4241020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08805D23-C7E5-A68E-E9C3-03B1420579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814930" y="1647427"/>
                <a:ext cx="8724216" cy="3638223"/>
              </a:xfrm>
              <a:prstGeom prst="rect">
                <a:avLst/>
              </a:prstGeom>
            </p:spPr>
          </p:pic>
          <p:grpSp>
            <p:nvGrpSpPr>
              <p:cNvPr id="6" name="Gruppieren 5">
                <a:extLst>
                  <a:ext uri="{FF2B5EF4-FFF2-40B4-BE49-F238E27FC236}">
                    <a16:creationId xmlns:a16="http://schemas.microsoft.com/office/drawing/2014/main" id="{31BEBFDA-2E30-B037-E0C8-33E22C03AA3C}"/>
                  </a:ext>
                </a:extLst>
              </p:cNvPr>
              <p:cNvGrpSpPr/>
              <p:nvPr/>
            </p:nvGrpSpPr>
            <p:grpSpPr>
              <a:xfrm>
                <a:off x="1283741" y="2952248"/>
                <a:ext cx="888873" cy="285895"/>
                <a:chOff x="1266825" y="196206"/>
                <a:chExt cx="888873" cy="285895"/>
              </a:xfrm>
            </p:grpSpPr>
            <p:sp>
              <p:nvSpPr>
                <p:cNvPr id="7" name="Ellipse 6">
                  <a:extLst>
                    <a:ext uri="{FF2B5EF4-FFF2-40B4-BE49-F238E27FC236}">
                      <a16:creationId xmlns:a16="http://schemas.microsoft.com/office/drawing/2014/main" id="{BD914C6A-DB60-0716-2FC2-0AD02BC6299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59D0E48C-9741-291B-F991-883F03364752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9" name="Gerade Verbindung mit Pfeil 8">
                  <a:extLst>
                    <a:ext uri="{FF2B5EF4-FFF2-40B4-BE49-F238E27FC236}">
                      <a16:creationId xmlns:a16="http://schemas.microsoft.com/office/drawing/2014/main" id="{5309CF37-4A56-30BA-C1DC-79F0A3A1F8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15946BC5-347E-C501-217C-F1A0FDEF0456}"/>
                  </a:ext>
                </a:extLst>
              </p:cNvPr>
              <p:cNvGrpSpPr/>
              <p:nvPr/>
            </p:nvGrpSpPr>
            <p:grpSpPr>
              <a:xfrm>
                <a:off x="1098384" y="4787628"/>
                <a:ext cx="888873" cy="285895"/>
                <a:chOff x="1266825" y="196206"/>
                <a:chExt cx="888873" cy="285895"/>
              </a:xfrm>
            </p:grpSpPr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2A3DEC39-699C-3E0D-B12B-CEDBA2BFF53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D23F525-2F19-41BC-8613-BD7BF0363E38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F96A2204-C420-6098-90A5-DF067D18E3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F722CB96-1069-6008-7CAD-8A1CFAF68A4E}"/>
                  </a:ext>
                </a:extLst>
              </p:cNvPr>
              <p:cNvGrpSpPr/>
              <p:nvPr/>
            </p:nvGrpSpPr>
            <p:grpSpPr>
              <a:xfrm>
                <a:off x="6241542" y="5275745"/>
                <a:ext cx="518160" cy="612702"/>
                <a:chOff x="1259205" y="-130601"/>
                <a:chExt cx="518160" cy="612702"/>
              </a:xfrm>
            </p:grpSpPr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4DEF7EBE-35E6-093D-BC90-042237115A5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6AC0C206-96C9-35A3-7F0D-3FA7E8561888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7" name="Gerade Verbindung mit Pfeil 16">
                  <a:extLst>
                    <a:ext uri="{FF2B5EF4-FFF2-40B4-BE49-F238E27FC236}">
                      <a16:creationId xmlns:a16="http://schemas.microsoft.com/office/drawing/2014/main" id="{A8BF2F2E-D51E-10DA-D0EB-758D24BC97F9}"/>
                    </a:ext>
                  </a:extLst>
                </p:cNvPr>
                <p:cNvCxnSpPr>
                  <a:cxnSpLocks/>
                  <a:stCxn id="15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FF77B645-C8BE-A647-4475-28D6F9C57882}"/>
                  </a:ext>
                </a:extLst>
              </p:cNvPr>
              <p:cNvSpPr/>
              <p:nvPr/>
            </p:nvSpPr>
            <p:spPr>
              <a:xfrm>
                <a:off x="3346704" y="4425696"/>
                <a:ext cx="7077456" cy="85004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2903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A8679F95-2266-8C1D-64F9-A934F7E8EE48}"/>
              </a:ext>
            </a:extLst>
          </p:cNvPr>
          <p:cNvGrpSpPr/>
          <p:nvPr/>
        </p:nvGrpSpPr>
        <p:grpSpPr>
          <a:xfrm>
            <a:off x="1636776" y="1536192"/>
            <a:ext cx="8915400" cy="4069080"/>
            <a:chOff x="1636776" y="1536192"/>
            <a:chExt cx="8915400" cy="4069080"/>
          </a:xfrm>
        </p:grpSpPr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EE102C6D-1F2B-F53E-98B0-A4FB77307083}"/>
                </a:ext>
              </a:extLst>
            </p:cNvPr>
            <p:cNvSpPr/>
            <p:nvPr/>
          </p:nvSpPr>
          <p:spPr>
            <a:xfrm>
              <a:off x="1636776" y="1536192"/>
              <a:ext cx="8915400" cy="4069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9AA90C1C-AE61-A0E5-5B76-4317A58FF274}"/>
                </a:ext>
              </a:extLst>
            </p:cNvPr>
            <p:cNvGrpSpPr/>
            <p:nvPr/>
          </p:nvGrpSpPr>
          <p:grpSpPr>
            <a:xfrm>
              <a:off x="1773423" y="1622171"/>
              <a:ext cx="8681728" cy="3889840"/>
              <a:chOff x="1773423" y="1622171"/>
              <a:chExt cx="8681728" cy="3889840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49673262-6628-DC5D-6138-1B8AF90BE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73423" y="1652339"/>
                <a:ext cx="8681728" cy="3553321"/>
              </a:xfrm>
              <a:prstGeom prst="rect">
                <a:avLst/>
              </a:prstGeom>
            </p:spPr>
          </p:pic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0AECBC02-C48D-C849-D03D-B57DCA8ACA00}"/>
                  </a:ext>
                </a:extLst>
              </p:cNvPr>
              <p:cNvGrpSpPr/>
              <p:nvPr/>
            </p:nvGrpSpPr>
            <p:grpSpPr>
              <a:xfrm>
                <a:off x="5836919" y="1622171"/>
                <a:ext cx="518160" cy="628453"/>
                <a:chOff x="1266825" y="196206"/>
                <a:chExt cx="518160" cy="628453"/>
              </a:xfrm>
            </p:grpSpPr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1DEE8FEB-0628-395F-175A-DF64F58425F1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4A40CFA7-2E15-8A0C-4719-EEE7726AF4C0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5D172E7E-267D-DD26-273E-AFB0321BD7EB}"/>
                    </a:ext>
                  </a:extLst>
                </p:cNvPr>
                <p:cNvCxnSpPr>
                  <a:stCxn id="11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0AC3FC1F-52F4-DC62-704A-B49C960D1062}"/>
                  </a:ext>
                </a:extLst>
              </p:cNvPr>
              <p:cNvGrpSpPr/>
              <p:nvPr/>
            </p:nvGrpSpPr>
            <p:grpSpPr>
              <a:xfrm>
                <a:off x="3010284" y="2199711"/>
                <a:ext cx="856485" cy="285895"/>
                <a:chOff x="923166" y="196206"/>
                <a:chExt cx="856485" cy="285895"/>
              </a:xfrm>
            </p:grpSpPr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D7F7CA1A-1AB6-405B-0F6B-E14FEBB33162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39870A69-9253-EC5D-2CE1-974E7EF0F92E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S19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7" name="Gerade Verbindung mit Pfeil 16">
                  <a:extLst>
                    <a:ext uri="{FF2B5EF4-FFF2-40B4-BE49-F238E27FC236}">
                      <a16:creationId xmlns:a16="http://schemas.microsoft.com/office/drawing/2014/main" id="{B94B40E0-7475-6076-AD62-9B8A6159F0A2}"/>
                    </a:ext>
                  </a:extLst>
                </p:cNvPr>
                <p:cNvCxnSpPr>
                  <a:cxnSpLocks/>
                  <a:stCxn id="15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B97B58EE-4BE4-DFA4-487E-EEC96C9C9198}"/>
                  </a:ext>
                </a:extLst>
              </p:cNvPr>
              <p:cNvGrpSpPr/>
              <p:nvPr/>
            </p:nvGrpSpPr>
            <p:grpSpPr>
              <a:xfrm>
                <a:off x="3654552" y="2589855"/>
                <a:ext cx="856485" cy="285895"/>
                <a:chOff x="923166" y="196206"/>
                <a:chExt cx="856485" cy="285895"/>
              </a:xfrm>
            </p:grpSpPr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AF1B0089-3D38-9413-C6A0-BEF0EAA2D91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5206C902-18AC-1EEB-1108-7277F65ABCE7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FEAFBB56-F849-6C54-F0BD-24ED8CDFF8FC}"/>
                    </a:ext>
                  </a:extLst>
                </p:cNvPr>
                <p:cNvCxnSpPr>
                  <a:cxnSpLocks/>
                  <a:stCxn id="19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AA79E587-9C4E-7301-DD95-82BAFA84881C}"/>
                  </a:ext>
                </a:extLst>
              </p:cNvPr>
              <p:cNvGrpSpPr/>
              <p:nvPr/>
            </p:nvGrpSpPr>
            <p:grpSpPr>
              <a:xfrm>
                <a:off x="3124582" y="3707541"/>
                <a:ext cx="856485" cy="285895"/>
                <a:chOff x="923166" y="196206"/>
                <a:chExt cx="856485" cy="285895"/>
              </a:xfrm>
            </p:grpSpPr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02A1AB8F-015A-89BF-D6E3-C86DE9CD0EAA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07D1D0BC-BF5A-C54D-98D0-C9833EE4BC03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5" name="Gerade Verbindung mit Pfeil 24">
                  <a:extLst>
                    <a:ext uri="{FF2B5EF4-FFF2-40B4-BE49-F238E27FC236}">
                      <a16:creationId xmlns:a16="http://schemas.microsoft.com/office/drawing/2014/main" id="{4730B1AF-B9E0-FB34-296C-F2D9EA109157}"/>
                    </a:ext>
                  </a:extLst>
                </p:cNvPr>
                <p:cNvCxnSpPr>
                  <a:cxnSpLocks/>
                  <a:stCxn id="23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55EE5480-6CBF-6187-350E-60457E24C94D}"/>
                  </a:ext>
                </a:extLst>
              </p:cNvPr>
              <p:cNvGrpSpPr/>
              <p:nvPr/>
            </p:nvGrpSpPr>
            <p:grpSpPr>
              <a:xfrm>
                <a:off x="3672840" y="4230425"/>
                <a:ext cx="856485" cy="285895"/>
                <a:chOff x="923166" y="196206"/>
                <a:chExt cx="856485" cy="285895"/>
              </a:xfrm>
            </p:grpSpPr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DD7548A5-982C-B753-69BA-413C225C7223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2E556E0B-6977-9770-A2DC-EC44D7C78443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9" name="Gerade Verbindung mit Pfeil 28">
                  <a:extLst>
                    <a:ext uri="{FF2B5EF4-FFF2-40B4-BE49-F238E27FC236}">
                      <a16:creationId xmlns:a16="http://schemas.microsoft.com/office/drawing/2014/main" id="{C3FE3E60-746C-7A13-B92A-F571D8F5CC15}"/>
                    </a:ext>
                  </a:extLst>
                </p:cNvPr>
                <p:cNvCxnSpPr>
                  <a:cxnSpLocks/>
                  <a:stCxn id="27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" name="Gruppieren 29">
                <a:extLst>
                  <a:ext uri="{FF2B5EF4-FFF2-40B4-BE49-F238E27FC236}">
                    <a16:creationId xmlns:a16="http://schemas.microsoft.com/office/drawing/2014/main" id="{879E5F8D-840C-0316-A35B-21DF99971808}"/>
                  </a:ext>
                </a:extLst>
              </p:cNvPr>
              <p:cNvGrpSpPr/>
              <p:nvPr/>
            </p:nvGrpSpPr>
            <p:grpSpPr>
              <a:xfrm>
                <a:off x="4101082" y="4518733"/>
                <a:ext cx="856485" cy="285895"/>
                <a:chOff x="923166" y="196206"/>
                <a:chExt cx="856485" cy="285895"/>
              </a:xfrm>
            </p:grpSpPr>
            <p:sp>
              <p:nvSpPr>
                <p:cNvPr id="31" name="Ellipse 30">
                  <a:extLst>
                    <a:ext uri="{FF2B5EF4-FFF2-40B4-BE49-F238E27FC236}">
                      <a16:creationId xmlns:a16="http://schemas.microsoft.com/office/drawing/2014/main" id="{4BC0F794-C357-265F-239F-AFB30DFF1662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0DCAE24F-D068-A970-2DBE-9D89F71C0106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3" name="Gerade Verbindung mit Pfeil 32">
                  <a:extLst>
                    <a:ext uri="{FF2B5EF4-FFF2-40B4-BE49-F238E27FC236}">
                      <a16:creationId xmlns:a16="http://schemas.microsoft.com/office/drawing/2014/main" id="{B2B15FBB-E883-169C-AF54-9D46419F33AC}"/>
                    </a:ext>
                  </a:extLst>
                </p:cNvPr>
                <p:cNvCxnSpPr>
                  <a:cxnSpLocks/>
                  <a:stCxn id="31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uppieren 33">
                <a:extLst>
                  <a:ext uri="{FF2B5EF4-FFF2-40B4-BE49-F238E27FC236}">
                    <a16:creationId xmlns:a16="http://schemas.microsoft.com/office/drawing/2014/main" id="{F85E3D6E-97BC-BB4D-1C29-626B2E891F74}"/>
                  </a:ext>
                </a:extLst>
              </p:cNvPr>
              <p:cNvGrpSpPr/>
              <p:nvPr/>
            </p:nvGrpSpPr>
            <p:grpSpPr>
              <a:xfrm>
                <a:off x="2365417" y="2819065"/>
                <a:ext cx="518160" cy="628453"/>
                <a:chOff x="1266825" y="196206"/>
                <a:chExt cx="518160" cy="628453"/>
              </a:xfrm>
            </p:grpSpPr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8FA20CDF-3CCE-B104-8AF4-4D6DB2FFB6B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916F0F82-B77D-BC27-5512-57E73CB037D1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7" name="Gerade Verbindung mit Pfeil 36">
                  <a:extLst>
                    <a:ext uri="{FF2B5EF4-FFF2-40B4-BE49-F238E27FC236}">
                      <a16:creationId xmlns:a16="http://schemas.microsoft.com/office/drawing/2014/main" id="{1D08A199-6CF7-847A-1C38-8F29866B9672}"/>
                    </a:ext>
                  </a:extLst>
                </p:cNvPr>
                <p:cNvCxnSpPr>
                  <a:stCxn id="35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07826536-403E-8BAE-BD48-4A7E4ED6E48D}"/>
                  </a:ext>
                </a:extLst>
              </p:cNvPr>
              <p:cNvGrpSpPr/>
              <p:nvPr/>
            </p:nvGrpSpPr>
            <p:grpSpPr>
              <a:xfrm>
                <a:off x="4817358" y="2888075"/>
                <a:ext cx="888873" cy="285895"/>
                <a:chOff x="1266825" y="196206"/>
                <a:chExt cx="888873" cy="285895"/>
              </a:xfrm>
            </p:grpSpPr>
            <p:sp>
              <p:nvSpPr>
                <p:cNvPr id="39" name="Ellipse 38">
                  <a:extLst>
                    <a:ext uri="{FF2B5EF4-FFF2-40B4-BE49-F238E27FC236}">
                      <a16:creationId xmlns:a16="http://schemas.microsoft.com/office/drawing/2014/main" id="{FDF81B9A-8862-CD6D-65AC-63CD0BE45FB3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E97DD24A-3712-2343-0759-4AE83CA57818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06631CC5-23C1-F548-973A-4D34AFDD55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uppieren 41">
                <a:extLst>
                  <a:ext uri="{FF2B5EF4-FFF2-40B4-BE49-F238E27FC236}">
                    <a16:creationId xmlns:a16="http://schemas.microsoft.com/office/drawing/2014/main" id="{B9FB7DE6-59B5-2D54-7F27-8976AD864FB1}"/>
                  </a:ext>
                </a:extLst>
              </p:cNvPr>
              <p:cNvGrpSpPr/>
              <p:nvPr/>
            </p:nvGrpSpPr>
            <p:grpSpPr>
              <a:xfrm>
                <a:off x="4817358" y="3981441"/>
                <a:ext cx="888873" cy="285895"/>
                <a:chOff x="1266825" y="196206"/>
                <a:chExt cx="888873" cy="285895"/>
              </a:xfrm>
            </p:grpSpPr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9A2758B8-E40A-406A-A9D6-E3362D0AEE1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4" name="Textfeld 43">
                  <a:extLst>
                    <a:ext uri="{FF2B5EF4-FFF2-40B4-BE49-F238E27FC236}">
                      <a16:creationId xmlns:a16="http://schemas.microsoft.com/office/drawing/2014/main" id="{C5FC55A1-8D6C-0AB1-4C4F-8A85E80D3DFD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5" name="Gerade Verbindung mit Pfeil 44">
                  <a:extLst>
                    <a:ext uri="{FF2B5EF4-FFF2-40B4-BE49-F238E27FC236}">
                      <a16:creationId xmlns:a16="http://schemas.microsoft.com/office/drawing/2014/main" id="{0A0EB66D-7A84-2172-12BB-4BD397D5E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uppieren 49">
                <a:extLst>
                  <a:ext uri="{FF2B5EF4-FFF2-40B4-BE49-F238E27FC236}">
                    <a16:creationId xmlns:a16="http://schemas.microsoft.com/office/drawing/2014/main" id="{A8A6A717-415E-952D-EF84-90F73F805BE6}"/>
                  </a:ext>
                </a:extLst>
              </p:cNvPr>
              <p:cNvGrpSpPr/>
              <p:nvPr/>
            </p:nvGrpSpPr>
            <p:grpSpPr>
              <a:xfrm>
                <a:off x="5761852" y="4899309"/>
                <a:ext cx="518160" cy="612702"/>
                <a:chOff x="1259205" y="-130601"/>
                <a:chExt cx="518160" cy="612702"/>
              </a:xfrm>
            </p:grpSpPr>
            <p:sp>
              <p:nvSpPr>
                <p:cNvPr id="51" name="Ellipse 50">
                  <a:extLst>
                    <a:ext uri="{FF2B5EF4-FFF2-40B4-BE49-F238E27FC236}">
                      <a16:creationId xmlns:a16="http://schemas.microsoft.com/office/drawing/2014/main" id="{D012D54D-4EE5-9ADC-78B0-C0E1C322626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2" name="Textfeld 51">
                  <a:extLst>
                    <a:ext uri="{FF2B5EF4-FFF2-40B4-BE49-F238E27FC236}">
                      <a16:creationId xmlns:a16="http://schemas.microsoft.com/office/drawing/2014/main" id="{2E1DDD39-81A0-1F1D-B040-C392EA15C9A4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3" name="Gerade Verbindung mit Pfeil 52">
                  <a:extLst>
                    <a:ext uri="{FF2B5EF4-FFF2-40B4-BE49-F238E27FC236}">
                      <a16:creationId xmlns:a16="http://schemas.microsoft.com/office/drawing/2014/main" id="{13F31F66-86FD-6079-7616-F49C5E305D77}"/>
                    </a:ext>
                  </a:extLst>
                </p:cNvPr>
                <p:cNvCxnSpPr>
                  <a:cxnSpLocks/>
                  <a:stCxn id="51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uppieren 53">
                <a:extLst>
                  <a:ext uri="{FF2B5EF4-FFF2-40B4-BE49-F238E27FC236}">
                    <a16:creationId xmlns:a16="http://schemas.microsoft.com/office/drawing/2014/main" id="{6FF930BC-B00D-4CE2-5BA5-5E6EBED0A3DE}"/>
                  </a:ext>
                </a:extLst>
              </p:cNvPr>
              <p:cNvGrpSpPr/>
              <p:nvPr/>
            </p:nvGrpSpPr>
            <p:grpSpPr>
              <a:xfrm>
                <a:off x="7592200" y="4891755"/>
                <a:ext cx="518160" cy="612702"/>
                <a:chOff x="1259205" y="-130601"/>
                <a:chExt cx="518160" cy="612702"/>
              </a:xfrm>
            </p:grpSpPr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00C2538A-2B2C-8C8B-1F99-F7751B7BB18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8CFC2EFC-ED32-788B-3AD0-DA8D02E44AA9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S29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7" name="Gerade Verbindung mit Pfeil 56">
                  <a:extLst>
                    <a:ext uri="{FF2B5EF4-FFF2-40B4-BE49-F238E27FC236}">
                      <a16:creationId xmlns:a16="http://schemas.microsoft.com/office/drawing/2014/main" id="{41CF6251-A4EB-D655-E051-B7964BFDD2DF}"/>
                    </a:ext>
                  </a:extLst>
                </p:cNvPr>
                <p:cNvCxnSpPr>
                  <a:cxnSpLocks/>
                  <a:stCxn id="55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75F08B32-206D-65A8-DE45-15682007571F}"/>
                  </a:ext>
                </a:extLst>
              </p:cNvPr>
              <p:cNvGrpSpPr/>
              <p:nvPr/>
            </p:nvGrpSpPr>
            <p:grpSpPr>
              <a:xfrm>
                <a:off x="9221380" y="4877053"/>
                <a:ext cx="518160" cy="612702"/>
                <a:chOff x="1259205" y="-130601"/>
                <a:chExt cx="518160" cy="612702"/>
              </a:xfrm>
            </p:grpSpPr>
            <p:sp>
              <p:nvSpPr>
                <p:cNvPr id="59" name="Ellipse 58">
                  <a:extLst>
                    <a:ext uri="{FF2B5EF4-FFF2-40B4-BE49-F238E27FC236}">
                      <a16:creationId xmlns:a16="http://schemas.microsoft.com/office/drawing/2014/main" id="{E75F40C6-9B36-8DF4-1E36-BFC072330B32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38BAAF17-5A84-5AF4-02AD-BCBA634E04C7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61" name="Gerade Verbindung mit Pfeil 60">
                  <a:extLst>
                    <a:ext uri="{FF2B5EF4-FFF2-40B4-BE49-F238E27FC236}">
                      <a16:creationId xmlns:a16="http://schemas.microsoft.com/office/drawing/2014/main" id="{E72C0B64-35C0-C41F-03EA-2CAC099A3869}"/>
                    </a:ext>
                  </a:extLst>
                </p:cNvPr>
                <p:cNvCxnSpPr>
                  <a:cxnSpLocks/>
                  <a:stCxn id="59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33057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92C6E-3CCB-47EA-A728-A30C7FC1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F608184-131C-F291-822F-CAF6D087BD31}"/>
              </a:ext>
            </a:extLst>
          </p:cNvPr>
          <p:cNvGrpSpPr/>
          <p:nvPr/>
        </p:nvGrpSpPr>
        <p:grpSpPr>
          <a:xfrm>
            <a:off x="832104" y="1426464"/>
            <a:ext cx="9656064" cy="3721608"/>
            <a:chOff x="832104" y="1426464"/>
            <a:chExt cx="9656064" cy="3721608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9DD2109-2FE9-24B5-9C45-6EC991632B8A}"/>
                </a:ext>
              </a:extLst>
            </p:cNvPr>
            <p:cNvSpPr/>
            <p:nvPr/>
          </p:nvSpPr>
          <p:spPr>
            <a:xfrm>
              <a:off x="832104" y="1426464"/>
              <a:ext cx="9656064" cy="37216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ECD8ADF5-DCBC-0AC0-839A-FF67CE8D1560}"/>
                </a:ext>
              </a:extLst>
            </p:cNvPr>
            <p:cNvGrpSpPr/>
            <p:nvPr/>
          </p:nvGrpSpPr>
          <p:grpSpPr>
            <a:xfrm>
              <a:off x="931911" y="1544899"/>
              <a:ext cx="9341527" cy="3547870"/>
              <a:chOff x="931911" y="1544899"/>
              <a:chExt cx="9341527" cy="3547870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C557CA4C-FEB5-4986-0237-516720D8B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680942" y="1544899"/>
                <a:ext cx="8592496" cy="3547870"/>
              </a:xfrm>
              <a:prstGeom prst="rect">
                <a:avLst/>
              </a:prstGeom>
            </p:spPr>
          </p:pic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E9E07DC8-E205-B1CD-3909-0DC9FD261C54}"/>
                  </a:ext>
                </a:extLst>
              </p:cNvPr>
              <p:cNvGrpSpPr/>
              <p:nvPr/>
            </p:nvGrpSpPr>
            <p:grpSpPr>
              <a:xfrm>
                <a:off x="3731713" y="1600394"/>
                <a:ext cx="518160" cy="628453"/>
                <a:chOff x="1531820" y="306066"/>
                <a:chExt cx="518160" cy="628453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F2A59642-6A81-C69F-21A6-130A1F376925}"/>
                    </a:ext>
                  </a:extLst>
                </p:cNvPr>
                <p:cNvSpPr/>
                <p:nvPr/>
              </p:nvSpPr>
              <p:spPr>
                <a:xfrm>
                  <a:off x="1587245" y="30606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B5D66AAE-6D36-53B9-589B-5565274D141D}"/>
                    </a:ext>
                  </a:extLst>
                </p:cNvPr>
                <p:cNvSpPr txBox="1"/>
                <p:nvPr/>
              </p:nvSpPr>
              <p:spPr>
                <a:xfrm>
                  <a:off x="1531820" y="31520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" name="Gerade Verbindung mit Pfeil 6">
                  <a:extLst>
                    <a:ext uri="{FF2B5EF4-FFF2-40B4-BE49-F238E27FC236}">
                      <a16:creationId xmlns:a16="http://schemas.microsoft.com/office/drawing/2014/main" id="{144ACC9D-5974-B3A2-0F34-C1B0BC1DD1FB}"/>
                    </a:ext>
                  </a:extLst>
                </p:cNvPr>
                <p:cNvCxnSpPr>
                  <a:stCxn id="5" idx="4"/>
                </p:cNvCxnSpPr>
                <p:nvPr/>
              </p:nvCxnSpPr>
              <p:spPr>
                <a:xfrm>
                  <a:off x="1735835" y="59196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DAC34425-FA0C-9E40-7B67-63BFCAC77CB9}"/>
                  </a:ext>
                </a:extLst>
              </p:cNvPr>
              <p:cNvSpPr/>
              <p:nvPr/>
            </p:nvSpPr>
            <p:spPr>
              <a:xfrm>
                <a:off x="1856232" y="2596896"/>
                <a:ext cx="3236976" cy="12527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FE30C4FB-1D9A-E0A8-6779-2532A44001FD}"/>
                  </a:ext>
                </a:extLst>
              </p:cNvPr>
              <p:cNvGrpSpPr/>
              <p:nvPr/>
            </p:nvGrpSpPr>
            <p:grpSpPr>
              <a:xfrm>
                <a:off x="931911" y="3080312"/>
                <a:ext cx="888873" cy="285895"/>
                <a:chOff x="1266825" y="196206"/>
                <a:chExt cx="888873" cy="285895"/>
              </a:xfrm>
            </p:grpSpPr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D08B0968-1153-63D7-04C3-3A6557ECD01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4E06E437-35FB-6C4A-3038-697016EDA2EE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" name="Gerade Verbindung mit Pfeil 11">
                  <a:extLst>
                    <a:ext uri="{FF2B5EF4-FFF2-40B4-BE49-F238E27FC236}">
                      <a16:creationId xmlns:a16="http://schemas.microsoft.com/office/drawing/2014/main" id="{83CF5D90-E698-3292-CB70-AA496A3542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E9FACCD1-2A6E-1E8F-856D-4FD7E5ADBD82}"/>
                  </a:ext>
                </a:extLst>
              </p:cNvPr>
              <p:cNvGrpSpPr/>
              <p:nvPr/>
            </p:nvGrpSpPr>
            <p:grpSpPr>
              <a:xfrm>
                <a:off x="1233663" y="3919103"/>
                <a:ext cx="888873" cy="285895"/>
                <a:chOff x="1266825" y="196206"/>
                <a:chExt cx="888873" cy="285895"/>
              </a:xfrm>
            </p:grpSpPr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D43F594B-3C02-BD22-C845-D003D4E6DD6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5C81783-E9C6-E817-9F06-0EA1344F6BBD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5D4E6DEB-47E2-387B-48B5-0B0C175B5B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8BD0CF17-249B-AF4F-A7B3-B39AFD4BB7D0}"/>
                  </a:ext>
                </a:extLst>
              </p:cNvPr>
              <p:cNvGrpSpPr/>
              <p:nvPr/>
            </p:nvGrpSpPr>
            <p:grpSpPr>
              <a:xfrm>
                <a:off x="5037401" y="3919102"/>
                <a:ext cx="856485" cy="285895"/>
                <a:chOff x="923166" y="196206"/>
                <a:chExt cx="856485" cy="285895"/>
              </a:xfrm>
            </p:grpSpPr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63EDAF43-62CB-9D2D-3472-DC7E826EF86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F6227D69-C010-39A1-5609-26BA9FC8D955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32243B41-C04A-BDA0-B6E3-BB1DE8CF1341}"/>
                    </a:ext>
                  </a:extLst>
                </p:cNvPr>
                <p:cNvCxnSpPr>
                  <a:cxnSpLocks/>
                  <a:stCxn id="18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uppieren 20">
                <a:extLst>
                  <a:ext uri="{FF2B5EF4-FFF2-40B4-BE49-F238E27FC236}">
                    <a16:creationId xmlns:a16="http://schemas.microsoft.com/office/drawing/2014/main" id="{CD8600FA-9537-86D4-1987-463E89732CDC}"/>
                  </a:ext>
                </a:extLst>
              </p:cNvPr>
              <p:cNvGrpSpPr/>
              <p:nvPr/>
            </p:nvGrpSpPr>
            <p:grpSpPr>
              <a:xfrm>
                <a:off x="5037401" y="4264763"/>
                <a:ext cx="856485" cy="285895"/>
                <a:chOff x="923166" y="196206"/>
                <a:chExt cx="856485" cy="285895"/>
              </a:xfrm>
            </p:grpSpPr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EAD71D4A-E0DB-6914-6D5D-832B21B9FC5A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2B65AC38-D5DC-8DB0-8BFA-7A850961F8EB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4" name="Gerade Verbindung mit Pfeil 23">
                  <a:extLst>
                    <a:ext uri="{FF2B5EF4-FFF2-40B4-BE49-F238E27FC236}">
                      <a16:creationId xmlns:a16="http://schemas.microsoft.com/office/drawing/2014/main" id="{AF37DB63-B1A6-D12C-C117-79E45C331FA1}"/>
                    </a:ext>
                  </a:extLst>
                </p:cNvPr>
                <p:cNvCxnSpPr>
                  <a:cxnSpLocks/>
                  <a:stCxn id="22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607C3D36-BCC4-61A7-6D8D-092C28EDC2F6}"/>
                  </a:ext>
                </a:extLst>
              </p:cNvPr>
              <p:cNvGrpSpPr/>
              <p:nvPr/>
            </p:nvGrpSpPr>
            <p:grpSpPr>
              <a:xfrm>
                <a:off x="3128393" y="4703178"/>
                <a:ext cx="856485" cy="285895"/>
                <a:chOff x="923166" y="196206"/>
                <a:chExt cx="856485" cy="285895"/>
              </a:xfrm>
            </p:grpSpPr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1F0D70F4-9044-051D-57DC-76816CECF63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A7D9D3B1-39A9-1D56-91AE-7C2B52342820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8" name="Gerade Verbindung mit Pfeil 27">
                  <a:extLst>
                    <a:ext uri="{FF2B5EF4-FFF2-40B4-BE49-F238E27FC236}">
                      <a16:creationId xmlns:a16="http://schemas.microsoft.com/office/drawing/2014/main" id="{E8D11751-EFF0-8A14-BF10-DB3BDDADDFBB}"/>
                    </a:ext>
                  </a:extLst>
                </p:cNvPr>
                <p:cNvCxnSpPr>
                  <a:cxnSpLocks/>
                  <a:stCxn id="26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uppieren 28">
                <a:extLst>
                  <a:ext uri="{FF2B5EF4-FFF2-40B4-BE49-F238E27FC236}">
                    <a16:creationId xmlns:a16="http://schemas.microsoft.com/office/drawing/2014/main" id="{1428DA5D-D8FA-7CBE-0405-7D93AAA976CB}"/>
                  </a:ext>
                </a:extLst>
              </p:cNvPr>
              <p:cNvGrpSpPr/>
              <p:nvPr/>
            </p:nvGrpSpPr>
            <p:grpSpPr>
              <a:xfrm>
                <a:off x="5005013" y="2175964"/>
                <a:ext cx="888873" cy="285895"/>
                <a:chOff x="1266825" y="196206"/>
                <a:chExt cx="888873" cy="285895"/>
              </a:xfrm>
            </p:grpSpPr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520FA9DC-999E-97C6-3458-DF9991E80FB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16C869CD-FC44-CC4F-5EC0-046A88227D69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2" name="Gerade Verbindung mit Pfeil 31">
                  <a:extLst>
                    <a:ext uri="{FF2B5EF4-FFF2-40B4-BE49-F238E27FC236}">
                      <a16:creationId xmlns:a16="http://schemas.microsoft.com/office/drawing/2014/main" id="{8575A3B7-F027-81EF-168C-2524E935E3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96581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EBF9-F61B-5B98-40C2-BA1B54F3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0999985C-3F75-5CA2-1943-127B13CDA87A}"/>
              </a:ext>
            </a:extLst>
          </p:cNvPr>
          <p:cNvGrpSpPr/>
          <p:nvPr/>
        </p:nvGrpSpPr>
        <p:grpSpPr>
          <a:xfrm>
            <a:off x="1152144" y="1417320"/>
            <a:ext cx="9326880" cy="3666744"/>
            <a:chOff x="1152144" y="1417320"/>
            <a:chExt cx="9326880" cy="3666744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54E8FDDC-533C-8A28-A72F-73CC5A49CAAE}"/>
                </a:ext>
              </a:extLst>
            </p:cNvPr>
            <p:cNvSpPr/>
            <p:nvPr/>
          </p:nvSpPr>
          <p:spPr>
            <a:xfrm>
              <a:off x="1152144" y="1417320"/>
              <a:ext cx="9326880" cy="36667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6885D9C4-F8EB-896C-7E90-99902A584A82}"/>
                </a:ext>
              </a:extLst>
            </p:cNvPr>
            <p:cNvGrpSpPr/>
            <p:nvPr/>
          </p:nvGrpSpPr>
          <p:grpSpPr>
            <a:xfrm>
              <a:off x="1233299" y="1498405"/>
              <a:ext cx="9069066" cy="3555133"/>
              <a:chOff x="1233299" y="1498405"/>
              <a:chExt cx="9069066" cy="3555133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C256C49B-20EC-6FF0-0433-6F97346E2A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830233" y="1556958"/>
                <a:ext cx="8472132" cy="3496580"/>
              </a:xfrm>
              <a:prstGeom prst="rect">
                <a:avLst/>
              </a:prstGeom>
            </p:spPr>
          </p:pic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790885B2-F655-4521-7DC9-84CAF35EA7CE}"/>
                  </a:ext>
                </a:extLst>
              </p:cNvPr>
              <p:cNvGrpSpPr/>
              <p:nvPr/>
            </p:nvGrpSpPr>
            <p:grpSpPr>
              <a:xfrm>
                <a:off x="5076828" y="2079877"/>
                <a:ext cx="856485" cy="285895"/>
                <a:chOff x="923166" y="196206"/>
                <a:chExt cx="856485" cy="285895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D80C4787-4DD1-4BFA-3007-56E320F28113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0C79CB96-E452-8747-5F12-5F7A86A7E79D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" name="Gerade Verbindung mit Pfeil 6">
                  <a:extLst>
                    <a:ext uri="{FF2B5EF4-FFF2-40B4-BE49-F238E27FC236}">
                      <a16:creationId xmlns:a16="http://schemas.microsoft.com/office/drawing/2014/main" id="{12F33A4A-65C7-0E41-089D-A3C38BB93B65}"/>
                    </a:ext>
                  </a:extLst>
                </p:cNvPr>
                <p:cNvCxnSpPr>
                  <a:cxnSpLocks/>
                  <a:stCxn id="5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FD655AD5-0DF5-C165-B934-D9F0D77A4583}"/>
                  </a:ext>
                </a:extLst>
              </p:cNvPr>
              <p:cNvGrpSpPr/>
              <p:nvPr/>
            </p:nvGrpSpPr>
            <p:grpSpPr>
              <a:xfrm>
                <a:off x="5076828" y="2455073"/>
                <a:ext cx="856485" cy="285895"/>
                <a:chOff x="923166" y="196206"/>
                <a:chExt cx="856485" cy="285895"/>
              </a:xfrm>
            </p:grpSpPr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E18892C0-2C51-EC83-F282-5E3A130E2FB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47349788-B9A3-3974-6EEB-3A73456D7D5E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1" name="Gerade Verbindung mit Pfeil 10">
                  <a:extLst>
                    <a:ext uri="{FF2B5EF4-FFF2-40B4-BE49-F238E27FC236}">
                      <a16:creationId xmlns:a16="http://schemas.microsoft.com/office/drawing/2014/main" id="{8CDA0B46-1AD8-B74E-1B95-3D6A6BE68386}"/>
                    </a:ext>
                  </a:extLst>
                </p:cNvPr>
                <p:cNvCxnSpPr>
                  <a:cxnSpLocks/>
                  <a:stCxn id="9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799900B3-B45D-C29C-35E7-85FF815DC65E}"/>
                  </a:ext>
                </a:extLst>
              </p:cNvPr>
              <p:cNvGrpSpPr/>
              <p:nvPr/>
            </p:nvGrpSpPr>
            <p:grpSpPr>
              <a:xfrm>
                <a:off x="1233299" y="2159466"/>
                <a:ext cx="888873" cy="285895"/>
                <a:chOff x="1266825" y="196206"/>
                <a:chExt cx="888873" cy="285895"/>
              </a:xfrm>
            </p:grpSpPr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37D50A16-A2D8-D6C6-2310-2A66F853E14A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EE845295-0FE6-C7B0-AE9B-0F1E39880135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5" name="Gerade Verbindung mit Pfeil 14">
                  <a:extLst>
                    <a:ext uri="{FF2B5EF4-FFF2-40B4-BE49-F238E27FC236}">
                      <a16:creationId xmlns:a16="http://schemas.microsoft.com/office/drawing/2014/main" id="{3EE59907-1D3D-DB2F-71F8-6F8F3E3D53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uppieren 15">
                <a:extLst>
                  <a:ext uri="{FF2B5EF4-FFF2-40B4-BE49-F238E27FC236}">
                    <a16:creationId xmlns:a16="http://schemas.microsoft.com/office/drawing/2014/main" id="{FD3700A5-71BE-5130-0A21-B4716255B959}"/>
                  </a:ext>
                </a:extLst>
              </p:cNvPr>
              <p:cNvGrpSpPr/>
              <p:nvPr/>
            </p:nvGrpSpPr>
            <p:grpSpPr>
              <a:xfrm>
                <a:off x="4104515" y="3082451"/>
                <a:ext cx="888873" cy="285895"/>
                <a:chOff x="1266825" y="196206"/>
                <a:chExt cx="888873" cy="285895"/>
              </a:xfrm>
            </p:grpSpPr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93C0FB94-1A64-8199-17F8-04020D8D101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697E68A4-207A-7DBC-BB94-B5060D23BE83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B3C6B8A9-5155-BF0E-B841-7F34AE9E0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0BA99B1A-C866-8D86-AE88-4F6E5AFDA3D6}"/>
                  </a:ext>
                </a:extLst>
              </p:cNvPr>
              <p:cNvGrpSpPr/>
              <p:nvPr/>
            </p:nvGrpSpPr>
            <p:grpSpPr>
              <a:xfrm>
                <a:off x="5044463" y="4259576"/>
                <a:ext cx="518160" cy="612702"/>
                <a:chOff x="1259205" y="-130601"/>
                <a:chExt cx="518160" cy="612702"/>
              </a:xfrm>
            </p:grpSpPr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07E6C5E3-8892-FCA9-54CE-B5B75C9FB33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810C5BE6-7219-A027-4F38-5D6545DC01E6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68F86CEF-1A08-6169-EA90-01CF1BEB692B}"/>
                    </a:ext>
                  </a:extLst>
                </p:cNvPr>
                <p:cNvCxnSpPr>
                  <a:cxnSpLocks/>
                  <a:stCxn id="21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uppieren 33">
                <a:extLst>
                  <a:ext uri="{FF2B5EF4-FFF2-40B4-BE49-F238E27FC236}">
                    <a16:creationId xmlns:a16="http://schemas.microsoft.com/office/drawing/2014/main" id="{771CF576-A502-AFD7-31B4-1319CE3C6FC8}"/>
                  </a:ext>
                </a:extLst>
              </p:cNvPr>
              <p:cNvGrpSpPr/>
              <p:nvPr/>
            </p:nvGrpSpPr>
            <p:grpSpPr>
              <a:xfrm>
                <a:off x="6971364" y="3850545"/>
                <a:ext cx="518160" cy="612702"/>
                <a:chOff x="1259205" y="-130601"/>
                <a:chExt cx="518160" cy="612702"/>
              </a:xfrm>
            </p:grpSpPr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D2F30BD0-1669-C8D6-AC2D-E7F6E3CEA46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CACF8E8F-A56F-E459-A44C-C46F67CD9675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7" name="Gerade Verbindung mit Pfeil 36">
                  <a:extLst>
                    <a:ext uri="{FF2B5EF4-FFF2-40B4-BE49-F238E27FC236}">
                      <a16:creationId xmlns:a16="http://schemas.microsoft.com/office/drawing/2014/main" id="{83FB14A8-EF72-9275-72E1-46BE2D01FCA5}"/>
                    </a:ext>
                  </a:extLst>
                </p:cNvPr>
                <p:cNvCxnSpPr>
                  <a:cxnSpLocks/>
                  <a:stCxn id="35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A7A57DE4-BA24-EB5E-6AF5-A50C25C615F7}"/>
                  </a:ext>
                </a:extLst>
              </p:cNvPr>
              <p:cNvGrpSpPr/>
              <p:nvPr/>
            </p:nvGrpSpPr>
            <p:grpSpPr>
              <a:xfrm>
                <a:off x="3020950" y="4565927"/>
                <a:ext cx="856485" cy="285895"/>
                <a:chOff x="923166" y="196206"/>
                <a:chExt cx="856485" cy="285895"/>
              </a:xfrm>
            </p:grpSpPr>
            <p:sp>
              <p:nvSpPr>
                <p:cNvPr id="39" name="Ellipse 38">
                  <a:extLst>
                    <a:ext uri="{FF2B5EF4-FFF2-40B4-BE49-F238E27FC236}">
                      <a16:creationId xmlns:a16="http://schemas.microsoft.com/office/drawing/2014/main" id="{842B50B1-0879-4906-507A-7E2D894ECEF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D97A551C-D030-94A6-FCDF-ADFD4CCDD4AB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7B82E489-11EC-BD75-5853-AB02B32404E3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200B375A-B09B-D581-E322-E595486DEA02}"/>
                  </a:ext>
                </a:extLst>
              </p:cNvPr>
              <p:cNvSpPr/>
              <p:nvPr/>
            </p:nvSpPr>
            <p:spPr>
              <a:xfrm>
                <a:off x="2033505" y="3398567"/>
                <a:ext cx="2231133" cy="84747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14C9CCF7-585A-337D-6DAB-F26946DC42A3}"/>
                  </a:ext>
                </a:extLst>
              </p:cNvPr>
              <p:cNvSpPr/>
              <p:nvPr/>
            </p:nvSpPr>
            <p:spPr>
              <a:xfrm>
                <a:off x="4293594" y="3398567"/>
                <a:ext cx="1953554" cy="84747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4E86BFDC-7B91-A5DE-D7B5-5E9DC5EBE4FF}"/>
                  </a:ext>
                </a:extLst>
              </p:cNvPr>
              <p:cNvGrpSpPr/>
              <p:nvPr/>
            </p:nvGrpSpPr>
            <p:grpSpPr>
              <a:xfrm>
                <a:off x="2456675" y="2780415"/>
                <a:ext cx="518160" cy="628453"/>
                <a:chOff x="1266825" y="196206"/>
                <a:chExt cx="518160" cy="628453"/>
              </a:xfrm>
            </p:grpSpPr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8672C233-5B1F-7633-03D3-AD544EAD5D4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6" name="Textfeld 45">
                  <a:extLst>
                    <a:ext uri="{FF2B5EF4-FFF2-40B4-BE49-F238E27FC236}">
                      <a16:creationId xmlns:a16="http://schemas.microsoft.com/office/drawing/2014/main" id="{62C09F55-DA03-2F29-8A24-1ACDC78FDDD0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7" name="Gerade Verbindung mit Pfeil 46">
                  <a:extLst>
                    <a:ext uri="{FF2B5EF4-FFF2-40B4-BE49-F238E27FC236}">
                      <a16:creationId xmlns:a16="http://schemas.microsoft.com/office/drawing/2014/main" id="{E889CF0A-6AA8-EDCC-2B22-9E4178A24E35}"/>
                    </a:ext>
                  </a:extLst>
                </p:cNvPr>
                <p:cNvCxnSpPr>
                  <a:stCxn id="45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uppieren 47">
                <a:extLst>
                  <a:ext uri="{FF2B5EF4-FFF2-40B4-BE49-F238E27FC236}">
                    <a16:creationId xmlns:a16="http://schemas.microsoft.com/office/drawing/2014/main" id="{1FD8E5F0-BF34-812E-DBFA-0DAC2A30BB9B}"/>
                  </a:ext>
                </a:extLst>
              </p:cNvPr>
              <p:cNvGrpSpPr/>
              <p:nvPr/>
            </p:nvGrpSpPr>
            <p:grpSpPr>
              <a:xfrm>
                <a:off x="3895727" y="1498405"/>
                <a:ext cx="518160" cy="628453"/>
                <a:chOff x="1266825" y="196206"/>
                <a:chExt cx="518160" cy="628453"/>
              </a:xfrm>
            </p:grpSpPr>
            <p:sp>
              <p:nvSpPr>
                <p:cNvPr id="49" name="Ellipse 48">
                  <a:extLst>
                    <a:ext uri="{FF2B5EF4-FFF2-40B4-BE49-F238E27FC236}">
                      <a16:creationId xmlns:a16="http://schemas.microsoft.com/office/drawing/2014/main" id="{2EB13FB7-8883-B5AA-A513-94D0EF6C79E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0FDBC588-8A00-9B40-E112-91121B42E930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S39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1" name="Gerade Verbindung mit Pfeil 50">
                  <a:extLst>
                    <a:ext uri="{FF2B5EF4-FFF2-40B4-BE49-F238E27FC236}">
                      <a16:creationId xmlns:a16="http://schemas.microsoft.com/office/drawing/2014/main" id="{58DF07FC-646D-9D09-263B-807C3D1FBBFB}"/>
                    </a:ext>
                  </a:extLst>
                </p:cNvPr>
                <p:cNvCxnSpPr>
                  <a:stCxn id="49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31649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31A9592F-C1A2-0B19-A3D9-D9BF9DEBBCBA}"/>
              </a:ext>
            </a:extLst>
          </p:cNvPr>
          <p:cNvGrpSpPr/>
          <p:nvPr/>
        </p:nvGrpSpPr>
        <p:grpSpPr>
          <a:xfrm>
            <a:off x="905256" y="1024128"/>
            <a:ext cx="9665208" cy="4389120"/>
            <a:chOff x="905256" y="1024128"/>
            <a:chExt cx="9665208" cy="4389120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F27C0F74-A7B7-89CC-064C-8F11DF1CFA0D}"/>
                </a:ext>
              </a:extLst>
            </p:cNvPr>
            <p:cNvSpPr/>
            <p:nvPr/>
          </p:nvSpPr>
          <p:spPr>
            <a:xfrm>
              <a:off x="905256" y="1024128"/>
              <a:ext cx="9665208" cy="4389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16691207-BBAA-DB0E-DD41-FA49C276FEEF}"/>
                </a:ext>
              </a:extLst>
            </p:cNvPr>
            <p:cNvGrpSpPr/>
            <p:nvPr/>
          </p:nvGrpSpPr>
          <p:grpSpPr>
            <a:xfrm>
              <a:off x="985647" y="1104736"/>
              <a:ext cx="9482938" cy="4239056"/>
              <a:chOff x="985647" y="1104736"/>
              <a:chExt cx="9482938" cy="4239056"/>
            </a:xfrm>
          </p:grpSpPr>
          <p:pic>
            <p:nvPicPr>
              <p:cNvPr id="7" name="Grafik 6" descr="Ein Bild, das Text, Screenshot, Zahl, Schrift enthält.&#10;&#10;KI-generierte Inhalte können fehlerhaft sein.">
                <a:extLst>
                  <a:ext uri="{FF2B5EF4-FFF2-40B4-BE49-F238E27FC236}">
                    <a16:creationId xmlns:a16="http://schemas.microsoft.com/office/drawing/2014/main" id="{633B8D27-4C3F-9E01-B264-E0B15C99F4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23415" y="1514208"/>
                <a:ext cx="8745170" cy="3829584"/>
              </a:xfrm>
              <a:prstGeom prst="rect">
                <a:avLst/>
              </a:prstGeom>
            </p:spPr>
          </p:pic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80188908-9687-F350-D825-CAF9F15250F5}"/>
                  </a:ext>
                </a:extLst>
              </p:cNvPr>
              <p:cNvGrpSpPr/>
              <p:nvPr/>
            </p:nvGrpSpPr>
            <p:grpSpPr>
              <a:xfrm>
                <a:off x="2524886" y="1303905"/>
                <a:ext cx="518160" cy="628453"/>
                <a:chOff x="1266825" y="196206"/>
                <a:chExt cx="518160" cy="628453"/>
              </a:xfrm>
            </p:grpSpPr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ECFAC5F6-C341-B3AB-D519-8C20C8DF5B5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5D0C1EBC-B920-96BE-2654-0AB525C8AF00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1" name="Gerade Verbindung mit Pfeil 10">
                  <a:extLst>
                    <a:ext uri="{FF2B5EF4-FFF2-40B4-BE49-F238E27FC236}">
                      <a16:creationId xmlns:a16="http://schemas.microsoft.com/office/drawing/2014/main" id="{2B1683D9-9137-DE7A-BB21-9C18B60B3E59}"/>
                    </a:ext>
                  </a:extLst>
                </p:cNvPr>
                <p:cNvCxnSpPr>
                  <a:stCxn id="9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7B066F42-D258-8B0E-6F7E-81813E547BD2}"/>
                  </a:ext>
                </a:extLst>
              </p:cNvPr>
              <p:cNvGrpSpPr/>
              <p:nvPr/>
            </p:nvGrpSpPr>
            <p:grpSpPr>
              <a:xfrm>
                <a:off x="3465041" y="1271099"/>
                <a:ext cx="518160" cy="628453"/>
                <a:chOff x="1266825" y="196206"/>
                <a:chExt cx="518160" cy="628453"/>
              </a:xfrm>
            </p:grpSpPr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FD1EE7D7-9282-964E-4D0B-E9EB35C639A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9D7D4E92-3CF8-8A8F-DEC4-D238FF7B2FB4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5" name="Gerade Verbindung mit Pfeil 14">
                  <a:extLst>
                    <a:ext uri="{FF2B5EF4-FFF2-40B4-BE49-F238E27FC236}">
                      <a16:creationId xmlns:a16="http://schemas.microsoft.com/office/drawing/2014/main" id="{69328BAC-6C96-6733-FED4-85843FB87571}"/>
                    </a:ext>
                  </a:extLst>
                </p:cNvPr>
                <p:cNvCxnSpPr>
                  <a:stCxn id="13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uppieren 15">
                <a:extLst>
                  <a:ext uri="{FF2B5EF4-FFF2-40B4-BE49-F238E27FC236}">
                    <a16:creationId xmlns:a16="http://schemas.microsoft.com/office/drawing/2014/main" id="{6BE9279E-66AA-0AAE-4050-D9325C0AC79C}"/>
                  </a:ext>
                </a:extLst>
              </p:cNvPr>
              <p:cNvGrpSpPr/>
              <p:nvPr/>
            </p:nvGrpSpPr>
            <p:grpSpPr>
              <a:xfrm>
                <a:off x="4515686" y="1290910"/>
                <a:ext cx="518160" cy="628453"/>
                <a:chOff x="1266825" y="196206"/>
                <a:chExt cx="518160" cy="628453"/>
              </a:xfrm>
            </p:grpSpPr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86F173C8-7535-F53E-3CC0-D335E40D312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3C8DBB30-3F07-2F3B-AFCB-920999C64FEF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S49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9CD9CC26-FDA7-9974-E822-CEB2CB0C7686}"/>
                    </a:ext>
                  </a:extLst>
                </p:cNvPr>
                <p:cNvCxnSpPr>
                  <a:stCxn id="17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670AAF71-2989-394A-2D7B-FDD9E91CB27A}"/>
                  </a:ext>
                </a:extLst>
              </p:cNvPr>
              <p:cNvGrpSpPr/>
              <p:nvPr/>
            </p:nvGrpSpPr>
            <p:grpSpPr>
              <a:xfrm>
                <a:off x="7773542" y="1199981"/>
                <a:ext cx="518160" cy="1296331"/>
                <a:chOff x="1266825" y="196206"/>
                <a:chExt cx="518160" cy="1296331"/>
              </a:xfrm>
            </p:grpSpPr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5D567861-B222-E3D4-CA4C-4A6D51CBF21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70F54ECC-C993-1148-FA85-D3E444F54524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9AD01CE0-071A-B7B0-55B8-4B28D4CCCAE8}"/>
                    </a:ext>
                  </a:extLst>
                </p:cNvPr>
                <p:cNvCxnSpPr>
                  <a:cxnSpLocks/>
                  <a:stCxn id="21" idx="4"/>
                </p:cNvCxnSpPr>
                <p:nvPr/>
              </p:nvCxnSpPr>
              <p:spPr>
                <a:xfrm>
                  <a:off x="1465707" y="482101"/>
                  <a:ext cx="0" cy="101043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C0400A5F-6FA2-D87E-E851-1254C19E0C8B}"/>
                  </a:ext>
                </a:extLst>
              </p:cNvPr>
              <p:cNvGrpSpPr/>
              <p:nvPr/>
            </p:nvGrpSpPr>
            <p:grpSpPr>
              <a:xfrm>
                <a:off x="9949967" y="1104736"/>
                <a:ext cx="518160" cy="628453"/>
                <a:chOff x="1266825" y="196206"/>
                <a:chExt cx="518160" cy="628453"/>
              </a:xfrm>
            </p:grpSpPr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72F3B1ED-60FA-5E30-043D-690BEEFC31C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4A1903C1-228F-F870-E668-4AF71D2B15C3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8" name="Gerade Verbindung mit Pfeil 27">
                  <a:extLst>
                    <a:ext uri="{FF2B5EF4-FFF2-40B4-BE49-F238E27FC236}">
                      <a16:creationId xmlns:a16="http://schemas.microsoft.com/office/drawing/2014/main" id="{F5338D1A-9039-E20B-2CBB-3C89600B1433}"/>
                    </a:ext>
                  </a:extLst>
                </p:cNvPr>
                <p:cNvCxnSpPr>
                  <a:stCxn id="26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uppieren 28">
                <a:extLst>
                  <a:ext uri="{FF2B5EF4-FFF2-40B4-BE49-F238E27FC236}">
                    <a16:creationId xmlns:a16="http://schemas.microsoft.com/office/drawing/2014/main" id="{CB506022-6FD7-6EB0-F0AD-1389F0F01301}"/>
                  </a:ext>
                </a:extLst>
              </p:cNvPr>
              <p:cNvGrpSpPr/>
              <p:nvPr/>
            </p:nvGrpSpPr>
            <p:grpSpPr>
              <a:xfrm>
                <a:off x="1105283" y="4881632"/>
                <a:ext cx="888873" cy="285895"/>
                <a:chOff x="1266825" y="196206"/>
                <a:chExt cx="888873" cy="285895"/>
              </a:xfrm>
            </p:grpSpPr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0B55F7A8-7543-9577-69EC-2B61E0B95AA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505A48C1-B12F-6884-B6F6-615F2B7E0062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2" name="Gerade Verbindung mit Pfeil 31">
                  <a:extLst>
                    <a:ext uri="{FF2B5EF4-FFF2-40B4-BE49-F238E27FC236}">
                      <a16:creationId xmlns:a16="http://schemas.microsoft.com/office/drawing/2014/main" id="{E6212F46-5E8A-3355-3F75-47C1C0CE27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D060ED31-95CF-FC1F-24B4-3C765A504BCB}"/>
                  </a:ext>
                </a:extLst>
              </p:cNvPr>
              <p:cNvSpPr/>
              <p:nvPr/>
            </p:nvSpPr>
            <p:spPr>
              <a:xfrm>
                <a:off x="1874520" y="2221992"/>
                <a:ext cx="4873752" cy="25694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34" name="Gruppieren 33">
                <a:extLst>
                  <a:ext uri="{FF2B5EF4-FFF2-40B4-BE49-F238E27FC236}">
                    <a16:creationId xmlns:a16="http://schemas.microsoft.com/office/drawing/2014/main" id="{CB9855D8-22CC-EB29-DA1F-170DF10D6466}"/>
                  </a:ext>
                </a:extLst>
              </p:cNvPr>
              <p:cNvGrpSpPr/>
              <p:nvPr/>
            </p:nvGrpSpPr>
            <p:grpSpPr>
              <a:xfrm>
                <a:off x="985647" y="3143105"/>
                <a:ext cx="888873" cy="285895"/>
                <a:chOff x="1266825" y="196206"/>
                <a:chExt cx="888873" cy="285895"/>
              </a:xfrm>
            </p:grpSpPr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9C33C667-681D-E943-4278-6CD4F221D29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145009D5-CD10-241E-556F-66380111DF15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7" name="Gerade Verbindung mit Pfeil 36">
                  <a:extLst>
                    <a:ext uri="{FF2B5EF4-FFF2-40B4-BE49-F238E27FC236}">
                      <a16:creationId xmlns:a16="http://schemas.microsoft.com/office/drawing/2014/main" id="{58860B51-64A0-0A75-1814-26F4D0A65A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418818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2BA2-2F58-3168-CC38-A8112140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AB3AD41-2EBF-D0D6-7FFA-C7D397DE4CBD}"/>
              </a:ext>
            </a:extLst>
          </p:cNvPr>
          <p:cNvGrpSpPr/>
          <p:nvPr/>
        </p:nvGrpSpPr>
        <p:grpSpPr>
          <a:xfrm>
            <a:off x="3145536" y="2002536"/>
            <a:ext cx="5458968" cy="2843784"/>
            <a:chOff x="3145536" y="2002536"/>
            <a:chExt cx="5458968" cy="2843784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D6B5E940-D316-D1F5-B15E-68B214C56C95}"/>
                </a:ext>
              </a:extLst>
            </p:cNvPr>
            <p:cNvSpPr/>
            <p:nvPr/>
          </p:nvSpPr>
          <p:spPr>
            <a:xfrm>
              <a:off x="3145536" y="2002536"/>
              <a:ext cx="5458968" cy="28437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44408955-0B7B-8BEF-2A36-187412A3B540}"/>
                </a:ext>
              </a:extLst>
            </p:cNvPr>
            <p:cNvGrpSpPr/>
            <p:nvPr/>
          </p:nvGrpSpPr>
          <p:grpSpPr>
            <a:xfrm>
              <a:off x="3222349" y="2085787"/>
              <a:ext cx="5302865" cy="2686425"/>
              <a:chOff x="3222349" y="2085787"/>
              <a:chExt cx="5302865" cy="2686425"/>
            </a:xfrm>
          </p:grpSpPr>
          <p:pic>
            <p:nvPicPr>
              <p:cNvPr id="3" name="Grafik 2" descr="Ein Bild, das Text, Screenshot, Display, Zahl enthält.&#10;&#10;KI-generierte Inhalte können fehlerhaft sein.">
                <a:extLst>
                  <a:ext uri="{FF2B5EF4-FFF2-40B4-BE49-F238E27FC236}">
                    <a16:creationId xmlns:a16="http://schemas.microsoft.com/office/drawing/2014/main" id="{60423AF1-C2F0-EEEB-F5F0-66B5EF507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6786" y="2085787"/>
                <a:ext cx="4858428" cy="2686425"/>
              </a:xfrm>
              <a:prstGeom prst="rect">
                <a:avLst/>
              </a:prstGeom>
            </p:spPr>
          </p:pic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5154BA9F-3702-4E48-EA48-6E1E3727EA45}"/>
                  </a:ext>
                </a:extLst>
              </p:cNvPr>
              <p:cNvSpPr/>
              <p:nvPr/>
            </p:nvSpPr>
            <p:spPr>
              <a:xfrm>
                <a:off x="4224528" y="2642616"/>
                <a:ext cx="3118104" cy="9235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6FEB92E1-0AB2-2920-DD25-417A15C26EA7}"/>
                  </a:ext>
                </a:extLst>
              </p:cNvPr>
              <p:cNvSpPr/>
              <p:nvPr/>
            </p:nvSpPr>
            <p:spPr>
              <a:xfrm>
                <a:off x="4572000" y="3621024"/>
                <a:ext cx="932688" cy="106984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C11019C-F777-9B02-D29D-6A88BC49D813}"/>
                  </a:ext>
                </a:extLst>
              </p:cNvPr>
              <p:cNvSpPr/>
              <p:nvPr/>
            </p:nvSpPr>
            <p:spPr>
              <a:xfrm>
                <a:off x="5806440" y="3621024"/>
                <a:ext cx="932688" cy="106984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7" name="Gruppieren 6">
                <a:extLst>
                  <a:ext uri="{FF2B5EF4-FFF2-40B4-BE49-F238E27FC236}">
                    <a16:creationId xmlns:a16="http://schemas.microsoft.com/office/drawing/2014/main" id="{C1D8EE4C-6C02-01A8-3530-95E9039137C5}"/>
                  </a:ext>
                </a:extLst>
              </p:cNvPr>
              <p:cNvGrpSpPr/>
              <p:nvPr/>
            </p:nvGrpSpPr>
            <p:grpSpPr>
              <a:xfrm>
                <a:off x="3222349" y="2961440"/>
                <a:ext cx="1002179" cy="285895"/>
                <a:chOff x="1266825" y="196206"/>
                <a:chExt cx="1002179" cy="285895"/>
              </a:xfrm>
            </p:grpSpPr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BEB36D5B-AC5E-29A4-4F19-FAC4BE1607D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88C4B9B6-7A18-913D-0AB6-FA56D03FDA53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0" name="Gerade Verbindung mit Pfeil 9">
                  <a:extLst>
                    <a:ext uri="{FF2B5EF4-FFF2-40B4-BE49-F238E27FC236}">
                      <a16:creationId xmlns:a16="http://schemas.microsoft.com/office/drawing/2014/main" id="{1F2C78EE-162C-9110-51A4-2108CD4B20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14297" y="339202"/>
                  <a:ext cx="654707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ED99AD9A-ADD0-B48F-A238-504672E9A224}"/>
                  </a:ext>
                </a:extLst>
              </p:cNvPr>
              <p:cNvGrpSpPr/>
              <p:nvPr/>
            </p:nvGrpSpPr>
            <p:grpSpPr>
              <a:xfrm>
                <a:off x="3655314" y="4060941"/>
                <a:ext cx="888873" cy="285895"/>
                <a:chOff x="1266825" y="196206"/>
                <a:chExt cx="888873" cy="285895"/>
              </a:xfrm>
            </p:grpSpPr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81B58B6F-2B2D-1EE0-52E7-5A2870C7C91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844608BC-547C-2953-AC03-3514B779D4CF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4" name="Gerade Verbindung mit Pfeil 13">
                  <a:extLst>
                    <a:ext uri="{FF2B5EF4-FFF2-40B4-BE49-F238E27FC236}">
                      <a16:creationId xmlns:a16="http://schemas.microsoft.com/office/drawing/2014/main" id="{22306FB7-E63C-0DBB-5ABF-D59A53238B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A58DC869-AEB7-7D92-F4EE-2795B753213C}"/>
                  </a:ext>
                </a:extLst>
              </p:cNvPr>
              <p:cNvGrpSpPr/>
              <p:nvPr/>
            </p:nvGrpSpPr>
            <p:grpSpPr>
              <a:xfrm>
                <a:off x="6739128" y="4060941"/>
                <a:ext cx="856485" cy="285895"/>
                <a:chOff x="923166" y="196206"/>
                <a:chExt cx="856485" cy="285895"/>
              </a:xfrm>
            </p:grpSpPr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F0FCCB9F-89F0-8A92-E4B5-527E84271F21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D7FE88FF-68D3-18D7-F082-73EB480D3C98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S56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5691DE5C-3B4F-5DE2-EB8F-7835EA8FD42E}"/>
                    </a:ext>
                  </a:extLst>
                </p:cNvPr>
                <p:cNvCxnSpPr>
                  <a:cxnSpLocks/>
                  <a:stCxn id="16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16117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E56B5-C96B-80DA-72F7-AD5BC470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BB0CFFE-125E-EC89-0A49-95F30E89AA10}"/>
              </a:ext>
            </a:extLst>
          </p:cNvPr>
          <p:cNvGrpSpPr/>
          <p:nvPr/>
        </p:nvGrpSpPr>
        <p:grpSpPr>
          <a:xfrm>
            <a:off x="3642970" y="2100077"/>
            <a:ext cx="4906060" cy="2657846"/>
            <a:chOff x="3642970" y="2100077"/>
            <a:chExt cx="4906060" cy="2657846"/>
          </a:xfrm>
        </p:grpSpPr>
        <p:pic>
          <p:nvPicPr>
            <p:cNvPr id="3" name="Grafik 2" descr="Ein Bild, das Text, Screenshot, Display, Zahl enthält.&#10;&#10;KI-generierte Inhalte können fehlerhaft sein.">
              <a:extLst>
                <a:ext uri="{FF2B5EF4-FFF2-40B4-BE49-F238E27FC236}">
                  <a16:creationId xmlns:a16="http://schemas.microsoft.com/office/drawing/2014/main" id="{3540586D-3487-E58B-2F61-3E7C1F3BD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2970" y="2100077"/>
              <a:ext cx="4906060" cy="2657846"/>
            </a:xfrm>
            <a:prstGeom prst="rect">
              <a:avLst/>
            </a:prstGeom>
          </p:spPr>
        </p:pic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2F4DDB30-2607-7BF7-03E0-2A234AA32DA7}"/>
                </a:ext>
              </a:extLst>
            </p:cNvPr>
            <p:cNvGrpSpPr/>
            <p:nvPr/>
          </p:nvGrpSpPr>
          <p:grpSpPr>
            <a:xfrm>
              <a:off x="4476750" y="3122649"/>
              <a:ext cx="518160" cy="612702"/>
              <a:chOff x="1259205" y="-130601"/>
              <a:chExt cx="518160" cy="612702"/>
            </a:xfrm>
          </p:grpSpPr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B9D562CE-01E2-5834-B6A5-7B2BE263F897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6A33B3E-B3D6-CDF8-1798-666AD79BD555}"/>
                  </a:ext>
                </a:extLst>
              </p:cNvPr>
              <p:cNvSpPr txBox="1"/>
              <p:nvPr/>
            </p:nvSpPr>
            <p:spPr>
              <a:xfrm>
                <a:off x="1259205" y="21601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S57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7" name="Gerade Verbindung mit Pfeil 6">
                <a:extLst>
                  <a:ext uri="{FF2B5EF4-FFF2-40B4-BE49-F238E27FC236}">
                    <a16:creationId xmlns:a16="http://schemas.microsoft.com/office/drawing/2014/main" id="{CDE3E1E9-78D7-D44E-7BF2-6DBAA6486483}"/>
                  </a:ext>
                </a:extLst>
              </p:cNvPr>
              <p:cNvCxnSpPr>
                <a:cxnSpLocks/>
                <a:stCxn id="5" idx="0"/>
              </p:cNvCxnSpPr>
              <p:nvPr/>
            </p:nvCxnSpPr>
            <p:spPr>
              <a:xfrm flipV="1">
                <a:off x="1465707" y="-130601"/>
                <a:ext cx="0" cy="32680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72040EBA-0536-7E2B-1714-95DBB3D48162}"/>
                </a:ext>
              </a:extLst>
            </p:cNvPr>
            <p:cNvGrpSpPr/>
            <p:nvPr/>
          </p:nvGrpSpPr>
          <p:grpSpPr>
            <a:xfrm>
              <a:off x="4972431" y="3815557"/>
              <a:ext cx="888873" cy="285895"/>
              <a:chOff x="1266825" y="196206"/>
              <a:chExt cx="888873" cy="285895"/>
            </a:xfrm>
          </p:grpSpPr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C668BD73-F1C9-A555-F01E-B415755FCDBC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308A8CC-DEA2-8DA1-BC2E-9211E45CF884}"/>
                  </a:ext>
                </a:extLst>
              </p:cNvPr>
              <p:cNvSpPr txBox="1"/>
              <p:nvPr/>
            </p:nvSpPr>
            <p:spPr>
              <a:xfrm>
                <a:off x="126682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S58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EFA23F1B-9347-C2A8-40BE-4D5366116C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4297" y="339153"/>
                <a:ext cx="541401" cy="4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B321DAF6-0837-CD2C-386C-CA6D9429D802}"/>
                </a:ext>
              </a:extLst>
            </p:cNvPr>
            <p:cNvSpPr/>
            <p:nvPr/>
          </p:nvSpPr>
          <p:spPr>
            <a:xfrm>
              <a:off x="5861304" y="2779776"/>
              <a:ext cx="1647444" cy="15190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</p:spTree>
    <p:extLst>
      <p:ext uri="{BB962C8B-B14F-4D97-AF65-F5344CB8AC3E}">
        <p14:creationId xmlns:p14="http://schemas.microsoft.com/office/powerpoint/2010/main" val="375567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D2AF-46F6-BC41-4326-9AC5DA2E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6EF07BB-69B8-CDF0-A059-B23CAEBD75E9}"/>
              </a:ext>
            </a:extLst>
          </p:cNvPr>
          <p:cNvGrpSpPr/>
          <p:nvPr/>
        </p:nvGrpSpPr>
        <p:grpSpPr>
          <a:xfrm>
            <a:off x="3685838" y="2114366"/>
            <a:ext cx="4820323" cy="2629267"/>
            <a:chOff x="3685838" y="2114366"/>
            <a:chExt cx="4820323" cy="2629267"/>
          </a:xfrm>
        </p:grpSpPr>
        <p:pic>
          <p:nvPicPr>
            <p:cNvPr id="3" name="Grafik 2" descr="Ein Bild, das Text, Screenshot, Display, Schrift enthält.&#10;&#10;KI-generierte Inhalte können fehlerhaft sein.">
              <a:extLst>
                <a:ext uri="{FF2B5EF4-FFF2-40B4-BE49-F238E27FC236}">
                  <a16:creationId xmlns:a16="http://schemas.microsoft.com/office/drawing/2014/main" id="{6C46FE23-AE80-5963-8463-EAFBC401C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5838" y="2114366"/>
              <a:ext cx="4820323" cy="2629267"/>
            </a:xfrm>
            <a:prstGeom prst="rect">
              <a:avLst/>
            </a:prstGeom>
          </p:spPr>
        </p:pic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A7EF5AF9-D00C-8FC3-BEE3-E802FF043F75}"/>
                </a:ext>
              </a:extLst>
            </p:cNvPr>
            <p:cNvGrpSpPr/>
            <p:nvPr/>
          </p:nvGrpSpPr>
          <p:grpSpPr>
            <a:xfrm>
              <a:off x="7445124" y="2765677"/>
              <a:ext cx="856485" cy="285895"/>
              <a:chOff x="923166" y="196206"/>
              <a:chExt cx="856485" cy="285895"/>
            </a:xfrm>
          </p:grpSpPr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EB30F621-81A2-D3A3-A1FE-435B84B1B91D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FAE5C2C-4AB0-2707-6AED-2DAF8831DC41}"/>
                  </a:ext>
                </a:extLst>
              </p:cNvPr>
              <p:cNvSpPr txBox="1"/>
              <p:nvPr/>
            </p:nvSpPr>
            <p:spPr>
              <a:xfrm>
                <a:off x="1261491" y="210779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S61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7" name="Gerade Verbindung mit Pfeil 6">
                <a:extLst>
                  <a:ext uri="{FF2B5EF4-FFF2-40B4-BE49-F238E27FC236}">
                    <a16:creationId xmlns:a16="http://schemas.microsoft.com/office/drawing/2014/main" id="{8022069D-DE06-B48C-A029-817A2AB902F9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 flipH="1">
                <a:off x="923166" y="339154"/>
                <a:ext cx="3939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A938B2B8-0392-EA3D-F1D0-A8743B5CE65C}"/>
                </a:ext>
              </a:extLst>
            </p:cNvPr>
            <p:cNvGrpSpPr/>
            <p:nvPr/>
          </p:nvGrpSpPr>
          <p:grpSpPr>
            <a:xfrm>
              <a:off x="7445124" y="3143104"/>
              <a:ext cx="856485" cy="285895"/>
              <a:chOff x="923166" y="196206"/>
              <a:chExt cx="856485" cy="285895"/>
            </a:xfrm>
          </p:grpSpPr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B41C2282-0A05-8162-CD93-FE9F617F2889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0FE3E27-2316-3AAA-E33E-686984602895}"/>
                  </a:ext>
                </a:extLst>
              </p:cNvPr>
              <p:cNvSpPr txBox="1"/>
              <p:nvPr/>
            </p:nvSpPr>
            <p:spPr>
              <a:xfrm>
                <a:off x="1261491" y="210779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S62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3AB47B9E-3062-AA20-4E6E-6D1C5CBCE3FA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 flipH="1">
                <a:off x="923166" y="339154"/>
                <a:ext cx="3939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CB863911-339C-835D-7B76-CF13F810D3B3}"/>
                </a:ext>
              </a:extLst>
            </p:cNvPr>
            <p:cNvGrpSpPr/>
            <p:nvPr/>
          </p:nvGrpSpPr>
          <p:grpSpPr>
            <a:xfrm>
              <a:off x="7445124" y="3484754"/>
              <a:ext cx="856485" cy="285895"/>
              <a:chOff x="923166" y="196206"/>
              <a:chExt cx="856485" cy="285895"/>
            </a:xfrm>
          </p:grpSpPr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5874B747-EF1F-345D-6AB4-836817508B18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2B50BC6F-FEAE-3F82-8EA8-93D15CA17A43}"/>
                  </a:ext>
                </a:extLst>
              </p:cNvPr>
              <p:cNvSpPr txBox="1"/>
              <p:nvPr/>
            </p:nvSpPr>
            <p:spPr>
              <a:xfrm>
                <a:off x="1261491" y="210779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S63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A530F8D8-A2C6-56FB-0012-AA9572A3B4F7}"/>
                  </a:ext>
                </a:extLst>
              </p:cNvPr>
              <p:cNvCxnSpPr>
                <a:cxnSpLocks/>
                <a:stCxn id="13" idx="2"/>
              </p:cNvCxnSpPr>
              <p:nvPr/>
            </p:nvCxnSpPr>
            <p:spPr>
              <a:xfrm flipH="1">
                <a:off x="923166" y="339154"/>
                <a:ext cx="3939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D970401F-8061-3477-5D71-15A8125C717E}"/>
                </a:ext>
              </a:extLst>
            </p:cNvPr>
            <p:cNvGrpSpPr/>
            <p:nvPr/>
          </p:nvGrpSpPr>
          <p:grpSpPr>
            <a:xfrm>
              <a:off x="7445124" y="3836116"/>
              <a:ext cx="856485" cy="285895"/>
              <a:chOff x="923166" y="196206"/>
              <a:chExt cx="856485" cy="285895"/>
            </a:xfrm>
          </p:grpSpPr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A8AA19B5-2B8D-B4D3-6840-E9720D4FB5B7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C72190E7-D710-8312-C89F-01254EBC3423}"/>
                  </a:ext>
                </a:extLst>
              </p:cNvPr>
              <p:cNvSpPr txBox="1"/>
              <p:nvPr/>
            </p:nvSpPr>
            <p:spPr>
              <a:xfrm>
                <a:off x="1261491" y="210779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S64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9" name="Gerade Verbindung mit Pfeil 18">
                <a:extLst>
                  <a:ext uri="{FF2B5EF4-FFF2-40B4-BE49-F238E27FC236}">
                    <a16:creationId xmlns:a16="http://schemas.microsoft.com/office/drawing/2014/main" id="{1C894D68-D95B-D5D8-F3CF-F071F791BF5F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 flipH="1">
                <a:off x="923166" y="339154"/>
                <a:ext cx="3939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C016A75F-AA9C-2FA4-B9B5-611A8A21FE2F}"/>
                </a:ext>
              </a:extLst>
            </p:cNvPr>
            <p:cNvGrpSpPr/>
            <p:nvPr/>
          </p:nvGrpSpPr>
          <p:grpSpPr>
            <a:xfrm>
              <a:off x="4985217" y="3464298"/>
              <a:ext cx="518160" cy="612702"/>
              <a:chOff x="1259205" y="-130601"/>
              <a:chExt cx="518160" cy="612702"/>
            </a:xfrm>
          </p:grpSpPr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4115BB5A-654F-7A03-0227-1B6050603B2E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46D2D02-7766-7C08-AF60-AD7A5B3634BB}"/>
                  </a:ext>
                </a:extLst>
              </p:cNvPr>
              <p:cNvSpPr txBox="1"/>
              <p:nvPr/>
            </p:nvSpPr>
            <p:spPr>
              <a:xfrm>
                <a:off x="1259205" y="21601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S60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3" name="Gerade Verbindung mit Pfeil 22">
                <a:extLst>
                  <a:ext uri="{FF2B5EF4-FFF2-40B4-BE49-F238E27FC236}">
                    <a16:creationId xmlns:a16="http://schemas.microsoft.com/office/drawing/2014/main" id="{D23CC61E-5CCC-52B8-990D-8BC1F518607F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V="1">
                <a:off x="1465707" y="-130601"/>
                <a:ext cx="0" cy="32680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3D6B63F3-665A-2B48-7273-6905FF1923B7}"/>
                </a:ext>
              </a:extLst>
            </p:cNvPr>
            <p:cNvGrpSpPr/>
            <p:nvPr/>
          </p:nvGrpSpPr>
          <p:grpSpPr>
            <a:xfrm>
              <a:off x="3747899" y="2790818"/>
              <a:ext cx="518160" cy="285895"/>
              <a:chOff x="1266825" y="196206"/>
              <a:chExt cx="518160" cy="285895"/>
            </a:xfrm>
          </p:grpSpPr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C726F24-55D2-A20A-72B6-247B658A1341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38186267-A805-17AA-34D1-1244C297E831}"/>
                  </a:ext>
                </a:extLst>
              </p:cNvPr>
              <p:cNvSpPr txBox="1"/>
              <p:nvPr/>
            </p:nvSpPr>
            <p:spPr>
              <a:xfrm>
                <a:off x="126682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S59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7" name="Gerade Verbindung mit Pfeil 26">
                <a:extLst>
                  <a:ext uri="{FF2B5EF4-FFF2-40B4-BE49-F238E27FC236}">
                    <a16:creationId xmlns:a16="http://schemas.microsoft.com/office/drawing/2014/main" id="{E37495F9-AB77-5B3F-8DC7-A46F8C28F8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4297" y="339202"/>
                <a:ext cx="17068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86785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9267286-1C6D-6314-EA78-5ED42F1A494D}"/>
              </a:ext>
            </a:extLst>
          </p:cNvPr>
          <p:cNvGrpSpPr/>
          <p:nvPr/>
        </p:nvGrpSpPr>
        <p:grpSpPr>
          <a:xfrm>
            <a:off x="3813048" y="630936"/>
            <a:ext cx="5111496" cy="5605272"/>
            <a:chOff x="3813048" y="630936"/>
            <a:chExt cx="5111496" cy="5605272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3BF37211-D344-AAD1-0FBF-A8CFD4C5BD2F}"/>
                </a:ext>
              </a:extLst>
            </p:cNvPr>
            <p:cNvSpPr/>
            <p:nvPr/>
          </p:nvSpPr>
          <p:spPr>
            <a:xfrm>
              <a:off x="3813048" y="630936"/>
              <a:ext cx="5111496" cy="5605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CC2B68A-716F-1638-4809-93A2409FACFA}"/>
                </a:ext>
              </a:extLst>
            </p:cNvPr>
            <p:cNvGrpSpPr/>
            <p:nvPr/>
          </p:nvGrpSpPr>
          <p:grpSpPr>
            <a:xfrm>
              <a:off x="3895418" y="713996"/>
              <a:ext cx="4957498" cy="5430008"/>
              <a:chOff x="3895418" y="713996"/>
              <a:chExt cx="4957498" cy="5430008"/>
            </a:xfrm>
          </p:grpSpPr>
          <p:pic>
            <p:nvPicPr>
              <p:cNvPr id="9" name="Grafik 8" descr="Ein Bild, das Text, Screenshot, Zahl, Display enthält.&#10;&#10;KI-generierte Inhalte können fehlerhaft sein.">
                <a:extLst>
                  <a:ext uri="{FF2B5EF4-FFF2-40B4-BE49-F238E27FC236}">
                    <a16:creationId xmlns:a16="http://schemas.microsoft.com/office/drawing/2014/main" id="{7CB3D539-06E3-6D17-7189-553B078F5D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95418" y="713996"/>
                <a:ext cx="4401164" cy="5430008"/>
              </a:xfrm>
              <a:prstGeom prst="rect">
                <a:avLst/>
              </a:prstGeom>
            </p:spPr>
          </p:pic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5C74A781-AB58-1F18-817C-CE0B5C2AABCD}"/>
                  </a:ext>
                </a:extLst>
              </p:cNvPr>
              <p:cNvGrpSpPr/>
              <p:nvPr/>
            </p:nvGrpSpPr>
            <p:grpSpPr>
              <a:xfrm>
                <a:off x="7086600" y="1834124"/>
                <a:ext cx="1766316" cy="285895"/>
                <a:chOff x="51435" y="196206"/>
                <a:chExt cx="1766316" cy="285895"/>
              </a:xfrm>
            </p:grpSpPr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740E63E4-1F72-8E0D-1FD6-94319AE84FD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D48BD4F-FCB4-9D1B-31A4-5A7C24E5363D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CCF32F7A-ACB6-A0D9-4964-74BA945F23D1}"/>
                    </a:ext>
                  </a:extLst>
                </p:cNvPr>
                <p:cNvCxnSpPr>
                  <a:cxnSpLocks/>
                  <a:stCxn id="11" idx="2"/>
                </p:cNvCxnSpPr>
                <p:nvPr/>
              </p:nvCxnSpPr>
              <p:spPr>
                <a:xfrm flipH="1">
                  <a:off x="51435" y="339154"/>
                  <a:ext cx="1265682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EE80772E-3F92-CEB5-BD2B-10FEF8072D04}"/>
                  </a:ext>
                </a:extLst>
              </p:cNvPr>
              <p:cNvGrpSpPr/>
              <p:nvPr/>
            </p:nvGrpSpPr>
            <p:grpSpPr>
              <a:xfrm>
                <a:off x="7904989" y="5780588"/>
                <a:ext cx="894585" cy="285895"/>
                <a:chOff x="923166" y="196206"/>
                <a:chExt cx="894585" cy="285895"/>
              </a:xfrm>
            </p:grpSpPr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5B56F605-6C6B-8034-52DF-BFC756447B7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1FE4EAA9-B647-C208-BA93-8F51CDE6AB22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E96FC21B-C119-1B6B-453D-9FAB8926DF0B}"/>
                    </a:ext>
                  </a:extLst>
                </p:cNvPr>
                <p:cNvCxnSpPr>
                  <a:cxnSpLocks/>
                  <a:stCxn id="16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30924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5288-F43B-5CB3-B8E0-A8CADA23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B03E78E-2BDA-C0A3-7593-EBF39DE5EC3C}"/>
              </a:ext>
            </a:extLst>
          </p:cNvPr>
          <p:cNvGrpSpPr/>
          <p:nvPr/>
        </p:nvGrpSpPr>
        <p:grpSpPr>
          <a:xfrm>
            <a:off x="0" y="724735"/>
            <a:ext cx="12192000" cy="5408530"/>
            <a:chOff x="0" y="724735"/>
            <a:chExt cx="12192000" cy="5408530"/>
          </a:xfrm>
        </p:grpSpPr>
        <p:pic>
          <p:nvPicPr>
            <p:cNvPr id="3" name="Grafik 2" descr="Ein Bild, das Text, Screenshot, Reihe, Schrift enthält.&#10;&#10;KI-generierte Inhalte können fehlerhaft sein.">
              <a:extLst>
                <a:ext uri="{FF2B5EF4-FFF2-40B4-BE49-F238E27FC236}">
                  <a16:creationId xmlns:a16="http://schemas.microsoft.com/office/drawing/2014/main" id="{93E83F2D-4C65-48EC-A8D1-E7F835EB8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24735"/>
              <a:ext cx="12192000" cy="5408530"/>
            </a:xfrm>
            <a:prstGeom prst="rect">
              <a:avLst/>
            </a:prstGeom>
          </p:spPr>
        </p:pic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0823A549-BF74-F9DA-D2A4-661EA225902F}"/>
                </a:ext>
              </a:extLst>
            </p:cNvPr>
            <p:cNvGrpSpPr/>
            <p:nvPr/>
          </p:nvGrpSpPr>
          <p:grpSpPr>
            <a:xfrm>
              <a:off x="74295" y="1503132"/>
              <a:ext cx="858393" cy="285895"/>
              <a:chOff x="1297305" y="196206"/>
              <a:chExt cx="858393" cy="285895"/>
            </a:xfrm>
          </p:grpSpPr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83AA55B0-2DFE-E60A-68FA-A6E3EACFB7C8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482907A7-2042-7E44-D4EC-D6646F3C43D8}"/>
                  </a:ext>
                </a:extLst>
              </p:cNvPr>
              <p:cNvSpPr txBox="1"/>
              <p:nvPr/>
            </p:nvSpPr>
            <p:spPr>
              <a:xfrm>
                <a:off x="129730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R4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209F19D4-9CF3-FEBF-2A29-4ADCB64C27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4297" y="339153"/>
                <a:ext cx="541401" cy="4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ABA9CF41-6BBD-0CC1-C164-4DCC0A77F24E}"/>
                </a:ext>
              </a:extLst>
            </p:cNvPr>
            <p:cNvGrpSpPr/>
            <p:nvPr/>
          </p:nvGrpSpPr>
          <p:grpSpPr>
            <a:xfrm>
              <a:off x="1326261" y="886870"/>
              <a:ext cx="518160" cy="475586"/>
              <a:chOff x="1297305" y="196206"/>
              <a:chExt cx="518160" cy="475586"/>
            </a:xfrm>
          </p:grpSpPr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06C9E4C-BEFF-992B-FBD7-2A5381AEEECE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09ECF4E8-A085-45FD-18E1-5DABF7364D26}"/>
                  </a:ext>
                </a:extLst>
              </p:cNvPr>
              <p:cNvSpPr txBox="1"/>
              <p:nvPr/>
            </p:nvSpPr>
            <p:spPr>
              <a:xfrm>
                <a:off x="129730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R3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9" name="Gerade Verbindung mit Pfeil 18">
                <a:extLst>
                  <a:ext uri="{FF2B5EF4-FFF2-40B4-BE49-F238E27FC236}">
                    <a16:creationId xmlns:a16="http://schemas.microsoft.com/office/drawing/2014/main" id="{A438A844-D962-68A9-59EF-1B61BA897142}"/>
                  </a:ext>
                </a:extLst>
              </p:cNvPr>
              <p:cNvCxnSpPr>
                <a:cxnSpLocks/>
                <a:stCxn id="17" idx="4"/>
              </p:cNvCxnSpPr>
              <p:nvPr/>
            </p:nvCxnSpPr>
            <p:spPr>
              <a:xfrm>
                <a:off x="1465707" y="482101"/>
                <a:ext cx="0" cy="18969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F2DA4156-3F83-4CE1-1C44-4D691C67A468}"/>
                </a:ext>
              </a:extLst>
            </p:cNvPr>
            <p:cNvGrpSpPr/>
            <p:nvPr/>
          </p:nvGrpSpPr>
          <p:grpSpPr>
            <a:xfrm>
              <a:off x="5974651" y="953383"/>
              <a:ext cx="518160" cy="628453"/>
              <a:chOff x="1297305" y="196206"/>
              <a:chExt cx="518160" cy="628453"/>
            </a:xfrm>
          </p:grpSpPr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7F58A86D-366B-DA25-46DC-DC220E166827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43E936F7-D1D0-4F24-8EC1-AB9A2D5D3CCF}"/>
                  </a:ext>
                </a:extLst>
              </p:cNvPr>
              <p:cNvSpPr txBox="1"/>
              <p:nvPr/>
            </p:nvSpPr>
            <p:spPr>
              <a:xfrm>
                <a:off x="129730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R6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2AFEA7F6-A4B0-EB33-374D-E745854F340B}"/>
                  </a:ext>
                </a:extLst>
              </p:cNvPr>
              <p:cNvCxnSpPr>
                <a:stCxn id="22" idx="4"/>
              </p:cNvCxnSpPr>
              <p:nvPr/>
            </p:nvCxnSpPr>
            <p:spPr>
              <a:xfrm>
                <a:off x="1465707" y="482101"/>
                <a:ext cx="0" cy="34255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C69B48EB-0FF5-75D4-DCC0-1B8F7C9B603D}"/>
                </a:ext>
              </a:extLst>
            </p:cNvPr>
            <p:cNvGrpSpPr/>
            <p:nvPr/>
          </p:nvGrpSpPr>
          <p:grpSpPr>
            <a:xfrm>
              <a:off x="3106006" y="874679"/>
              <a:ext cx="518160" cy="628453"/>
              <a:chOff x="1297305" y="196206"/>
              <a:chExt cx="518160" cy="628453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F80FE860-626D-568D-ACFB-21938722CFF9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795FE9DF-7529-25F7-D897-B627EC0F028D}"/>
                  </a:ext>
                </a:extLst>
              </p:cNvPr>
              <p:cNvSpPr txBox="1"/>
              <p:nvPr/>
            </p:nvSpPr>
            <p:spPr>
              <a:xfrm>
                <a:off x="129730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R5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8" name="Gerade Verbindung mit Pfeil 27">
                <a:extLst>
                  <a:ext uri="{FF2B5EF4-FFF2-40B4-BE49-F238E27FC236}">
                    <a16:creationId xmlns:a16="http://schemas.microsoft.com/office/drawing/2014/main" id="{A95FD6A7-5D57-D770-A7F8-48AFF5858604}"/>
                  </a:ext>
                </a:extLst>
              </p:cNvPr>
              <p:cNvCxnSpPr>
                <a:stCxn id="26" idx="4"/>
              </p:cNvCxnSpPr>
              <p:nvPr/>
            </p:nvCxnSpPr>
            <p:spPr>
              <a:xfrm>
                <a:off x="1465707" y="482101"/>
                <a:ext cx="0" cy="34255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F3E37796-0314-2248-2C26-38E527FAAAF5}"/>
                </a:ext>
              </a:extLst>
            </p:cNvPr>
            <p:cNvGrpSpPr/>
            <p:nvPr/>
          </p:nvGrpSpPr>
          <p:grpSpPr>
            <a:xfrm>
              <a:off x="6492811" y="5393517"/>
              <a:ext cx="518160" cy="612702"/>
              <a:chOff x="1297305" y="-130601"/>
              <a:chExt cx="518160" cy="612702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6BA607A8-5965-B982-A406-907F6096369F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14AEE20B-994B-C598-1D47-7E7184B53385}"/>
                  </a:ext>
                </a:extLst>
              </p:cNvPr>
              <p:cNvSpPr txBox="1"/>
              <p:nvPr/>
            </p:nvSpPr>
            <p:spPr>
              <a:xfrm>
                <a:off x="129730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R8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2" name="Gerade Verbindung mit Pfeil 31">
                <a:extLst>
                  <a:ext uri="{FF2B5EF4-FFF2-40B4-BE49-F238E27FC236}">
                    <a16:creationId xmlns:a16="http://schemas.microsoft.com/office/drawing/2014/main" id="{32A3EF11-67F6-12D4-39F4-A0E799FD2BC4}"/>
                  </a:ext>
                </a:extLst>
              </p:cNvPr>
              <p:cNvCxnSpPr>
                <a:cxnSpLocks/>
                <a:stCxn id="30" idx="0"/>
              </p:cNvCxnSpPr>
              <p:nvPr/>
            </p:nvCxnSpPr>
            <p:spPr>
              <a:xfrm flipV="1">
                <a:off x="1465707" y="-130601"/>
                <a:ext cx="0" cy="32680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82F72965-E3CB-63B6-429A-F1F90F7F8592}"/>
                </a:ext>
              </a:extLst>
            </p:cNvPr>
            <p:cNvSpPr/>
            <p:nvPr/>
          </p:nvSpPr>
          <p:spPr>
            <a:xfrm>
              <a:off x="242697" y="1856232"/>
              <a:ext cx="2701657" cy="41148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9B77C8DC-D394-FA9A-C69B-0EBFA27AFA5B}"/>
                </a:ext>
              </a:extLst>
            </p:cNvPr>
            <p:cNvGrpSpPr/>
            <p:nvPr/>
          </p:nvGrpSpPr>
          <p:grpSpPr>
            <a:xfrm>
              <a:off x="2975705" y="2218172"/>
              <a:ext cx="894585" cy="285895"/>
              <a:chOff x="923166" y="196206"/>
              <a:chExt cx="894585" cy="285895"/>
            </a:xfrm>
          </p:grpSpPr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95827724-D79F-9CF0-4B13-0885BF8C7734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2DCB4511-B6AD-9F16-EB42-4D49138B8945}"/>
                  </a:ext>
                </a:extLst>
              </p:cNvPr>
              <p:cNvSpPr txBox="1"/>
              <p:nvPr/>
            </p:nvSpPr>
            <p:spPr>
              <a:xfrm>
                <a:off x="1299591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R7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FF442A39-67E0-E263-A278-D53B1091FF53}"/>
                  </a:ext>
                </a:extLst>
              </p:cNvPr>
              <p:cNvCxnSpPr>
                <a:cxnSpLocks/>
                <a:stCxn id="35" idx="2"/>
              </p:cNvCxnSpPr>
              <p:nvPr/>
            </p:nvCxnSpPr>
            <p:spPr>
              <a:xfrm flipH="1">
                <a:off x="923166" y="339154"/>
                <a:ext cx="3939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51901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E9C5A-A6F3-527A-3C69-1E946CFB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818F93B1-AE5F-684E-78DC-66B563BD6750}"/>
              </a:ext>
            </a:extLst>
          </p:cNvPr>
          <p:cNvGrpSpPr/>
          <p:nvPr/>
        </p:nvGrpSpPr>
        <p:grpSpPr>
          <a:xfrm>
            <a:off x="3822192" y="722376"/>
            <a:ext cx="4818888" cy="5422392"/>
            <a:chOff x="3822192" y="722376"/>
            <a:chExt cx="4818888" cy="5422392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7D98C22D-AA08-781D-FB31-E7EFD2EE1C73}"/>
                </a:ext>
              </a:extLst>
            </p:cNvPr>
            <p:cNvSpPr/>
            <p:nvPr/>
          </p:nvSpPr>
          <p:spPr>
            <a:xfrm>
              <a:off x="3822192" y="722376"/>
              <a:ext cx="4818888" cy="54223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37253CF4-53EF-148C-F4EC-E7AB3B556F7B}"/>
                </a:ext>
              </a:extLst>
            </p:cNvPr>
            <p:cNvGrpSpPr/>
            <p:nvPr/>
          </p:nvGrpSpPr>
          <p:grpSpPr>
            <a:xfrm>
              <a:off x="3885539" y="812545"/>
              <a:ext cx="4690006" cy="5232910"/>
              <a:chOff x="3885539" y="812545"/>
              <a:chExt cx="4690006" cy="5232910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77E19EBD-EBB1-3338-4529-E1AE3678C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83685" y="812545"/>
                <a:ext cx="3624630" cy="5232910"/>
              </a:xfrm>
              <a:prstGeom prst="rect">
                <a:avLst/>
              </a:prstGeom>
            </p:spPr>
          </p:pic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7D1D26F0-CC80-DA02-CAB0-AB7112477BAB}"/>
                  </a:ext>
                </a:extLst>
              </p:cNvPr>
              <p:cNvSpPr/>
              <p:nvPr/>
            </p:nvSpPr>
            <p:spPr>
              <a:xfrm>
                <a:off x="4654296" y="1088136"/>
                <a:ext cx="3026664" cy="4663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A0F2B9C7-ED00-3EB5-07A2-8F15E86E7C52}"/>
                  </a:ext>
                </a:extLst>
              </p:cNvPr>
              <p:cNvSpPr/>
              <p:nvPr/>
            </p:nvSpPr>
            <p:spPr>
              <a:xfrm>
                <a:off x="4919472" y="2606040"/>
                <a:ext cx="2633472" cy="5303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4B9AE7D2-58C7-46BB-42DF-C8DAC0032D38}"/>
                  </a:ext>
                </a:extLst>
              </p:cNvPr>
              <p:cNvSpPr/>
              <p:nvPr/>
            </p:nvSpPr>
            <p:spPr>
              <a:xfrm>
                <a:off x="4581144" y="3227832"/>
                <a:ext cx="3099816" cy="255117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7" name="Gruppieren 6">
                <a:extLst>
                  <a:ext uri="{FF2B5EF4-FFF2-40B4-BE49-F238E27FC236}">
                    <a16:creationId xmlns:a16="http://schemas.microsoft.com/office/drawing/2014/main" id="{6E5159D2-9CC3-0903-802D-361B2E5A27E5}"/>
                  </a:ext>
                </a:extLst>
              </p:cNvPr>
              <p:cNvGrpSpPr/>
              <p:nvPr/>
            </p:nvGrpSpPr>
            <p:grpSpPr>
              <a:xfrm>
                <a:off x="7680960" y="1178360"/>
                <a:ext cx="894585" cy="285895"/>
                <a:chOff x="923166" y="196206"/>
                <a:chExt cx="894585" cy="285895"/>
              </a:xfrm>
            </p:grpSpPr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DB8F2D7E-4722-39BA-EFAE-E2CBFDF7A62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301D03DC-C910-DA77-19C8-E6C6BE2BA2F2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0" name="Gerade Verbindung mit Pfeil 9">
                  <a:extLst>
                    <a:ext uri="{FF2B5EF4-FFF2-40B4-BE49-F238E27FC236}">
                      <a16:creationId xmlns:a16="http://schemas.microsoft.com/office/drawing/2014/main" id="{D4CFC022-908B-E3D4-AA6B-FB478810168E}"/>
                    </a:ext>
                  </a:extLst>
                </p:cNvPr>
                <p:cNvCxnSpPr>
                  <a:cxnSpLocks/>
                  <a:stCxn id="8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99080605-BFF6-38EA-F385-0BC94BADB7DC}"/>
                  </a:ext>
                </a:extLst>
              </p:cNvPr>
              <p:cNvGrpSpPr/>
              <p:nvPr/>
            </p:nvGrpSpPr>
            <p:grpSpPr>
              <a:xfrm>
                <a:off x="7593750" y="1519557"/>
                <a:ext cx="856485" cy="285895"/>
                <a:chOff x="923166" y="196206"/>
                <a:chExt cx="856485" cy="285895"/>
              </a:xfrm>
            </p:grpSpPr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0675132A-5986-2376-EFF6-1405FC743D92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406EE85A-0EA2-BB43-B2A2-B59C6324CAC9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4" name="Gerade Verbindung mit Pfeil 13">
                  <a:extLst>
                    <a:ext uri="{FF2B5EF4-FFF2-40B4-BE49-F238E27FC236}">
                      <a16:creationId xmlns:a16="http://schemas.microsoft.com/office/drawing/2014/main" id="{67A41F8D-79BE-C3C3-3148-4D53B9654FBA}"/>
                    </a:ext>
                  </a:extLst>
                </p:cNvPr>
                <p:cNvCxnSpPr>
                  <a:cxnSpLocks/>
                  <a:stCxn id="12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DE595766-5616-9378-734D-954C141A4924}"/>
                  </a:ext>
                </a:extLst>
              </p:cNvPr>
              <p:cNvGrpSpPr/>
              <p:nvPr/>
            </p:nvGrpSpPr>
            <p:grpSpPr>
              <a:xfrm>
                <a:off x="7552944" y="2708766"/>
                <a:ext cx="856485" cy="285895"/>
                <a:chOff x="923166" y="196206"/>
                <a:chExt cx="856485" cy="285895"/>
              </a:xfrm>
            </p:grpSpPr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C742E237-4BFE-2AEC-9B0E-ADC7CA6D0A7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B3C87150-137D-A439-685C-C1A8602F8CD1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946F409B-B357-6374-3169-CCB2E123D631}"/>
                    </a:ext>
                  </a:extLst>
                </p:cNvPr>
                <p:cNvCxnSpPr>
                  <a:cxnSpLocks/>
                  <a:stCxn id="16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946AB115-F2FE-BBA4-36AB-1B455A3B7914}"/>
                  </a:ext>
                </a:extLst>
              </p:cNvPr>
              <p:cNvGrpSpPr/>
              <p:nvPr/>
            </p:nvGrpSpPr>
            <p:grpSpPr>
              <a:xfrm>
                <a:off x="7680960" y="4305637"/>
                <a:ext cx="856485" cy="285895"/>
                <a:chOff x="923166" y="196206"/>
                <a:chExt cx="856485" cy="285895"/>
              </a:xfrm>
            </p:grpSpPr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3BF8C153-887C-7624-4C2B-6859A900E172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ECCE80FE-FFA3-3FFB-A130-17E472D9623A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4E125557-A659-14B0-EB7D-61CB1B652C4A}"/>
                    </a:ext>
                  </a:extLst>
                </p:cNvPr>
                <p:cNvCxnSpPr>
                  <a:cxnSpLocks/>
                  <a:stCxn id="20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uppieren 22">
                <a:extLst>
                  <a:ext uri="{FF2B5EF4-FFF2-40B4-BE49-F238E27FC236}">
                    <a16:creationId xmlns:a16="http://schemas.microsoft.com/office/drawing/2014/main" id="{49D9113A-F05F-7DE6-D761-CDCD7AF2E6E5}"/>
                  </a:ext>
                </a:extLst>
              </p:cNvPr>
              <p:cNvGrpSpPr/>
              <p:nvPr/>
            </p:nvGrpSpPr>
            <p:grpSpPr>
              <a:xfrm>
                <a:off x="3982504" y="1534130"/>
                <a:ext cx="888873" cy="285895"/>
                <a:chOff x="1266825" y="196206"/>
                <a:chExt cx="888873" cy="285895"/>
              </a:xfrm>
            </p:grpSpPr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8FF50A5E-EE04-2057-7231-59FFFA9769A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464CBA62-72D3-4B14-F8C0-91597F654596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6" name="Gerade Verbindung mit Pfeil 25">
                  <a:extLst>
                    <a:ext uri="{FF2B5EF4-FFF2-40B4-BE49-F238E27FC236}">
                      <a16:creationId xmlns:a16="http://schemas.microsoft.com/office/drawing/2014/main" id="{097209CE-FC8F-434A-2EA9-BDCFA6FFE1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FFF6D81-9977-79D4-DC3A-D4B9390F2E02}"/>
                  </a:ext>
                </a:extLst>
              </p:cNvPr>
              <p:cNvSpPr/>
              <p:nvPr/>
            </p:nvSpPr>
            <p:spPr>
              <a:xfrm>
                <a:off x="4773168" y="1828800"/>
                <a:ext cx="2779776" cy="74980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DDF395EA-CDFA-C452-2913-B69C8B9FEA1A}"/>
                  </a:ext>
                </a:extLst>
              </p:cNvPr>
              <p:cNvGrpSpPr/>
              <p:nvPr/>
            </p:nvGrpSpPr>
            <p:grpSpPr>
              <a:xfrm>
                <a:off x="3885539" y="2133117"/>
                <a:ext cx="888873" cy="285895"/>
                <a:chOff x="1266825" y="196206"/>
                <a:chExt cx="888873" cy="285895"/>
              </a:xfrm>
            </p:grpSpPr>
            <p:sp>
              <p:nvSpPr>
                <p:cNvPr id="29" name="Ellipse 28">
                  <a:extLst>
                    <a:ext uri="{FF2B5EF4-FFF2-40B4-BE49-F238E27FC236}">
                      <a16:creationId xmlns:a16="http://schemas.microsoft.com/office/drawing/2014/main" id="{606AE5AD-7066-ACAF-346B-06436C0B743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82FCDD01-AB08-A3AB-FFB9-7A31776C5899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1" name="Gerade Verbindung mit Pfeil 30">
                  <a:extLst>
                    <a:ext uri="{FF2B5EF4-FFF2-40B4-BE49-F238E27FC236}">
                      <a16:creationId xmlns:a16="http://schemas.microsoft.com/office/drawing/2014/main" id="{C5216D41-F3AA-6FE0-CC82-F7FDA8787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758550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2611-8BC5-8460-4A65-221E8691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8639B687-75A0-ED89-F7A0-145E94AF5BE2}"/>
              </a:ext>
            </a:extLst>
          </p:cNvPr>
          <p:cNvGrpSpPr/>
          <p:nvPr/>
        </p:nvGrpSpPr>
        <p:grpSpPr>
          <a:xfrm>
            <a:off x="3712464" y="740664"/>
            <a:ext cx="4471416" cy="5413248"/>
            <a:chOff x="3712464" y="740664"/>
            <a:chExt cx="4471416" cy="5413248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EBA828D7-A976-2CDC-36E3-0BD11F9C1A0A}"/>
                </a:ext>
              </a:extLst>
            </p:cNvPr>
            <p:cNvSpPr/>
            <p:nvPr/>
          </p:nvSpPr>
          <p:spPr>
            <a:xfrm>
              <a:off x="3712464" y="740664"/>
              <a:ext cx="4471416" cy="5413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39DD8B47-4F27-DA20-ADC8-D586D43543B3}"/>
                </a:ext>
              </a:extLst>
            </p:cNvPr>
            <p:cNvGrpSpPr/>
            <p:nvPr/>
          </p:nvGrpSpPr>
          <p:grpSpPr>
            <a:xfrm>
              <a:off x="3798237" y="812545"/>
              <a:ext cx="4291510" cy="5232910"/>
              <a:chOff x="3798237" y="812545"/>
              <a:chExt cx="4291510" cy="5232910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7EF2E1CC-ECC6-9654-C531-819C641791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9639" y="812545"/>
                <a:ext cx="3512721" cy="5232910"/>
              </a:xfrm>
              <a:prstGeom prst="rect">
                <a:avLst/>
              </a:prstGeom>
            </p:spPr>
          </p:pic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0E85C8F4-55F2-596B-DEB2-173DB728830A}"/>
                  </a:ext>
                </a:extLst>
              </p:cNvPr>
              <p:cNvSpPr/>
              <p:nvPr/>
            </p:nvSpPr>
            <p:spPr>
              <a:xfrm>
                <a:off x="4425696" y="1719072"/>
                <a:ext cx="3328416" cy="209397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F3EACBC1-1F06-00E8-3FAA-A94D0960FEFA}"/>
                  </a:ext>
                </a:extLst>
              </p:cNvPr>
              <p:cNvSpPr/>
              <p:nvPr/>
            </p:nvSpPr>
            <p:spPr>
              <a:xfrm>
                <a:off x="4818888" y="4663440"/>
                <a:ext cx="2651760" cy="55778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5" name="Gruppieren 4">
                <a:extLst>
                  <a:ext uri="{FF2B5EF4-FFF2-40B4-BE49-F238E27FC236}">
                    <a16:creationId xmlns:a16="http://schemas.microsoft.com/office/drawing/2014/main" id="{A03DC8A9-DF4A-C86D-21B5-C23262FD8135}"/>
                  </a:ext>
                </a:extLst>
              </p:cNvPr>
              <p:cNvGrpSpPr/>
              <p:nvPr/>
            </p:nvGrpSpPr>
            <p:grpSpPr>
              <a:xfrm>
                <a:off x="3895202" y="4799384"/>
                <a:ext cx="888873" cy="285895"/>
                <a:chOff x="1266825" y="196206"/>
                <a:chExt cx="888873" cy="285895"/>
              </a:xfrm>
            </p:grpSpPr>
            <p:sp>
              <p:nvSpPr>
                <p:cNvPr id="6" name="Ellipse 5">
                  <a:extLst>
                    <a:ext uri="{FF2B5EF4-FFF2-40B4-BE49-F238E27FC236}">
                      <a16:creationId xmlns:a16="http://schemas.microsoft.com/office/drawing/2014/main" id="{F7D2E032-6B90-35E4-0A57-D480A679170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BECB8C62-BB86-DB53-3543-714B5D6B0032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8" name="Gerade Verbindung mit Pfeil 7">
                  <a:extLst>
                    <a:ext uri="{FF2B5EF4-FFF2-40B4-BE49-F238E27FC236}">
                      <a16:creationId xmlns:a16="http://schemas.microsoft.com/office/drawing/2014/main" id="{1347425D-C828-B49C-DBFD-8A4F22EC0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1E807124-FD26-FE33-D6D9-37EA61C3A15B}"/>
                  </a:ext>
                </a:extLst>
              </p:cNvPr>
              <p:cNvGrpSpPr/>
              <p:nvPr/>
            </p:nvGrpSpPr>
            <p:grpSpPr>
              <a:xfrm>
                <a:off x="3798237" y="5424385"/>
                <a:ext cx="888873" cy="285895"/>
                <a:chOff x="1266825" y="196206"/>
                <a:chExt cx="888873" cy="285895"/>
              </a:xfrm>
            </p:grpSpPr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9E322105-C324-56FF-16DF-49007C2274DA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8465DA73-895D-FD2C-C002-406EE9749BDE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2CD1A34F-BA03-9DBD-ED7E-9AC96CC5C5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B4F3C5E3-9E62-A258-5C12-67AAE2B19D92}"/>
                  </a:ext>
                </a:extLst>
              </p:cNvPr>
              <p:cNvGrpSpPr/>
              <p:nvPr/>
            </p:nvGrpSpPr>
            <p:grpSpPr>
              <a:xfrm>
                <a:off x="7233262" y="5221224"/>
                <a:ext cx="856485" cy="285895"/>
                <a:chOff x="923166" y="196206"/>
                <a:chExt cx="856485" cy="285895"/>
              </a:xfrm>
            </p:grpSpPr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DB74030F-99F5-5292-CB9C-595F7CDD0DC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CD285289-CE42-9A3F-C0C7-0C43B3832C09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R20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1695B8DB-0CFB-CB8F-ED05-C77DD4DD5857}"/>
                    </a:ext>
                  </a:extLst>
                </p:cNvPr>
                <p:cNvCxnSpPr>
                  <a:cxnSpLocks/>
                  <a:stCxn id="18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uppieren 20">
                <a:extLst>
                  <a:ext uri="{FF2B5EF4-FFF2-40B4-BE49-F238E27FC236}">
                    <a16:creationId xmlns:a16="http://schemas.microsoft.com/office/drawing/2014/main" id="{CB89E48E-218B-5205-1777-49F50598073C}"/>
                  </a:ext>
                </a:extLst>
              </p:cNvPr>
              <p:cNvGrpSpPr/>
              <p:nvPr/>
            </p:nvGrpSpPr>
            <p:grpSpPr>
              <a:xfrm>
                <a:off x="5633847" y="4041815"/>
                <a:ext cx="518160" cy="482607"/>
                <a:chOff x="1266825" y="196206"/>
                <a:chExt cx="518160" cy="482607"/>
              </a:xfrm>
            </p:grpSpPr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2A67D84F-EA4C-C2EC-F875-07C05306094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A92A0843-E029-FBD1-29FD-B72F0865E1E8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4" name="Gerade Verbindung mit Pfeil 23">
                  <a:extLst>
                    <a:ext uri="{FF2B5EF4-FFF2-40B4-BE49-F238E27FC236}">
                      <a16:creationId xmlns:a16="http://schemas.microsoft.com/office/drawing/2014/main" id="{4369E285-2851-BF91-F554-4E28339F9F5C}"/>
                    </a:ext>
                  </a:extLst>
                </p:cNvPr>
                <p:cNvCxnSpPr>
                  <a:cxnSpLocks/>
                  <a:stCxn id="22" idx="4"/>
                </p:cNvCxnSpPr>
                <p:nvPr/>
              </p:nvCxnSpPr>
              <p:spPr>
                <a:xfrm>
                  <a:off x="1465707" y="482101"/>
                  <a:ext cx="0" cy="19671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0E6F1C57-0F61-0E80-7074-FDDFFB841080}"/>
                  </a:ext>
                </a:extLst>
              </p:cNvPr>
              <p:cNvGrpSpPr/>
              <p:nvPr/>
            </p:nvGrpSpPr>
            <p:grpSpPr>
              <a:xfrm>
                <a:off x="6345937" y="3813048"/>
                <a:ext cx="518160" cy="486322"/>
                <a:chOff x="1259205" y="-4221"/>
                <a:chExt cx="518160" cy="486322"/>
              </a:xfrm>
            </p:grpSpPr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53D88AE8-494B-8D4D-2B9E-94C21B8CA550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C982BA2A-9D14-802C-F7BC-FDA49065E7F6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9" name="Gerade Verbindung mit Pfeil 28">
                  <a:extLst>
                    <a:ext uri="{FF2B5EF4-FFF2-40B4-BE49-F238E27FC236}">
                      <a16:creationId xmlns:a16="http://schemas.microsoft.com/office/drawing/2014/main" id="{E8385D92-A9FF-A575-DB8C-743CA4980598}"/>
                    </a:ext>
                  </a:extLst>
                </p:cNvPr>
                <p:cNvCxnSpPr>
                  <a:cxnSpLocks/>
                  <a:stCxn id="27" idx="0"/>
                </p:cNvCxnSpPr>
                <p:nvPr/>
              </p:nvCxnSpPr>
              <p:spPr>
                <a:xfrm flipV="1">
                  <a:off x="1465707" y="-4221"/>
                  <a:ext cx="0" cy="20042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1EFDE3A9-E284-D8C0-AB05-5211AC2CD78B}"/>
                  </a:ext>
                </a:extLst>
              </p:cNvPr>
              <p:cNvGrpSpPr/>
              <p:nvPr/>
            </p:nvGrpSpPr>
            <p:grpSpPr>
              <a:xfrm>
                <a:off x="6089904" y="1263075"/>
                <a:ext cx="856485" cy="285895"/>
                <a:chOff x="923166" y="196206"/>
                <a:chExt cx="856485" cy="285895"/>
              </a:xfrm>
            </p:grpSpPr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E856E6DD-F017-71ED-2C8A-8CB91F662222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A9BB0DCA-5EBB-7353-1F05-1D384CECAD21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R15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4" name="Gerade Verbindung mit Pfeil 33">
                  <a:extLst>
                    <a:ext uri="{FF2B5EF4-FFF2-40B4-BE49-F238E27FC236}">
                      <a16:creationId xmlns:a16="http://schemas.microsoft.com/office/drawing/2014/main" id="{41B58DDA-BC45-EC84-B359-B565E9B29995}"/>
                    </a:ext>
                  </a:extLst>
                </p:cNvPr>
                <p:cNvCxnSpPr>
                  <a:cxnSpLocks/>
                  <a:stCxn id="32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96198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10A7480-A0E4-0379-57EF-E2147DFA4DB7}"/>
              </a:ext>
            </a:extLst>
          </p:cNvPr>
          <p:cNvGrpSpPr/>
          <p:nvPr/>
        </p:nvGrpSpPr>
        <p:grpSpPr>
          <a:xfrm>
            <a:off x="0" y="673093"/>
            <a:ext cx="12192000" cy="5511814"/>
            <a:chOff x="0" y="673093"/>
            <a:chExt cx="12192000" cy="5511814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89F52A54-7AC8-4CA5-0723-2DE8E3938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3093"/>
              <a:ext cx="12192000" cy="5511814"/>
            </a:xfrm>
            <a:prstGeom prst="rect">
              <a:avLst/>
            </a:prstGeom>
          </p:spPr>
        </p:pic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21C0A6B2-BC1F-59F6-127E-AED4888648E4}"/>
                </a:ext>
              </a:extLst>
            </p:cNvPr>
            <p:cNvGrpSpPr/>
            <p:nvPr/>
          </p:nvGrpSpPr>
          <p:grpSpPr>
            <a:xfrm>
              <a:off x="5431917" y="1031829"/>
              <a:ext cx="518160" cy="628453"/>
              <a:chOff x="1297305" y="196206"/>
              <a:chExt cx="518160" cy="628453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BF4010F-EEB7-FD81-6F77-4444A5BF13A5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40C174BC-B362-F4A2-1969-C94097E0CBB4}"/>
                  </a:ext>
                </a:extLst>
              </p:cNvPr>
              <p:cNvSpPr txBox="1"/>
              <p:nvPr/>
            </p:nvSpPr>
            <p:spPr>
              <a:xfrm>
                <a:off x="1297305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V2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9" name="Gerade Verbindung mit Pfeil 8">
                <a:extLst>
                  <a:ext uri="{FF2B5EF4-FFF2-40B4-BE49-F238E27FC236}">
                    <a16:creationId xmlns:a16="http://schemas.microsoft.com/office/drawing/2014/main" id="{DA105A75-25CA-2B8F-A9E0-103D1F3D2557}"/>
                  </a:ext>
                </a:extLst>
              </p:cNvPr>
              <p:cNvCxnSpPr>
                <a:stCxn id="7" idx="4"/>
              </p:cNvCxnSpPr>
              <p:nvPr/>
            </p:nvCxnSpPr>
            <p:spPr>
              <a:xfrm>
                <a:off x="1465707" y="482101"/>
                <a:ext cx="0" cy="34255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8EE1DBE1-0F44-5BC0-A611-88F563B6F50B}"/>
                </a:ext>
              </a:extLst>
            </p:cNvPr>
            <p:cNvGrpSpPr/>
            <p:nvPr/>
          </p:nvGrpSpPr>
          <p:grpSpPr>
            <a:xfrm>
              <a:off x="1740411" y="1019735"/>
              <a:ext cx="894585" cy="285895"/>
              <a:chOff x="923166" y="196206"/>
              <a:chExt cx="894585" cy="285895"/>
            </a:xfrm>
          </p:grpSpPr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2F35251A-A481-84BD-8FB8-297A32AF13B8}"/>
                  </a:ext>
                </a:extLst>
              </p:cNvPr>
              <p:cNvSpPr/>
              <p:nvPr/>
            </p:nvSpPr>
            <p:spPr>
              <a:xfrm>
                <a:off x="1317117" y="196206"/>
                <a:ext cx="297180" cy="28589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C1B8C9C-250B-A813-A364-7579B0BA9F0F}"/>
                  </a:ext>
                </a:extLst>
              </p:cNvPr>
              <p:cNvSpPr txBox="1"/>
              <p:nvPr/>
            </p:nvSpPr>
            <p:spPr>
              <a:xfrm>
                <a:off x="1299591" y="208397"/>
                <a:ext cx="5181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>
                    <a:solidFill>
                      <a:srgbClr val="FF0000"/>
                    </a:solidFill>
                  </a:rPr>
                  <a:t>V1</a:t>
                </a:r>
                <a:endParaRPr lang="de-AT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BACA8104-CD0E-08AB-D236-F3E96E1AC1F8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 flipH="1">
                <a:off x="923166" y="339154"/>
                <a:ext cx="3939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69709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074C1FEC-BF66-FFC9-4E0A-C4EECCDA20CB}"/>
              </a:ext>
            </a:extLst>
          </p:cNvPr>
          <p:cNvGrpSpPr/>
          <p:nvPr/>
        </p:nvGrpSpPr>
        <p:grpSpPr>
          <a:xfrm>
            <a:off x="1682496" y="91440"/>
            <a:ext cx="9546336" cy="6656832"/>
            <a:chOff x="1682496" y="91440"/>
            <a:chExt cx="9546336" cy="6656832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D10609B-93C5-B554-A729-8614E0FE38E3}"/>
                </a:ext>
              </a:extLst>
            </p:cNvPr>
            <p:cNvSpPr/>
            <p:nvPr/>
          </p:nvSpPr>
          <p:spPr>
            <a:xfrm>
              <a:off x="1682496" y="91440"/>
              <a:ext cx="9546336" cy="6656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53EFCBC5-8FC2-0362-2ECA-BF759D15E93C}"/>
                </a:ext>
              </a:extLst>
            </p:cNvPr>
            <p:cNvGrpSpPr/>
            <p:nvPr/>
          </p:nvGrpSpPr>
          <p:grpSpPr>
            <a:xfrm>
              <a:off x="1780573" y="175758"/>
              <a:ext cx="9385772" cy="6506483"/>
              <a:chOff x="1780573" y="175758"/>
              <a:chExt cx="9385772" cy="6506483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F8C14E2E-7A70-92E8-B8EB-99A501D9B2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80573" y="175758"/>
                <a:ext cx="8630854" cy="6506483"/>
              </a:xfrm>
              <a:prstGeom prst="rect">
                <a:avLst/>
              </a:prstGeom>
            </p:spPr>
          </p:pic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BA169CD6-5EFF-B735-B21A-09B629C409EB}"/>
                  </a:ext>
                </a:extLst>
              </p:cNvPr>
              <p:cNvSpPr/>
              <p:nvPr/>
            </p:nvSpPr>
            <p:spPr>
              <a:xfrm>
                <a:off x="1920240" y="685800"/>
                <a:ext cx="2340864" cy="486460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DC69D437-AF47-A3AE-920A-A6AA47770927}"/>
                  </a:ext>
                </a:extLst>
              </p:cNvPr>
              <p:cNvSpPr/>
              <p:nvPr/>
            </p:nvSpPr>
            <p:spPr>
              <a:xfrm>
                <a:off x="4334256" y="685800"/>
                <a:ext cx="5937504" cy="46863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3AA53A2D-8236-1EC4-4808-CB5241E04E1A}"/>
                  </a:ext>
                </a:extLst>
              </p:cNvPr>
              <p:cNvSpPr/>
              <p:nvPr/>
            </p:nvSpPr>
            <p:spPr>
              <a:xfrm>
                <a:off x="4334256" y="5443728"/>
                <a:ext cx="5937504" cy="2286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CE508EBD-CA35-A3C0-6DB7-97C1B5C3FB3A}"/>
                  </a:ext>
                </a:extLst>
              </p:cNvPr>
              <p:cNvSpPr/>
              <p:nvPr/>
            </p:nvSpPr>
            <p:spPr>
              <a:xfrm>
                <a:off x="4334256" y="5715132"/>
                <a:ext cx="5937504" cy="2286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B01DC1B7-4809-F52F-372B-41E7490648EC}"/>
                  </a:ext>
                </a:extLst>
              </p:cNvPr>
              <p:cNvSpPr/>
              <p:nvPr/>
            </p:nvSpPr>
            <p:spPr>
              <a:xfrm>
                <a:off x="4507992" y="5987298"/>
                <a:ext cx="5586984" cy="55066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42169C72-2423-810D-5990-768154015AC2}"/>
                  </a:ext>
                </a:extLst>
              </p:cNvPr>
              <p:cNvGrpSpPr/>
              <p:nvPr/>
            </p:nvGrpSpPr>
            <p:grpSpPr>
              <a:xfrm>
                <a:off x="10271760" y="2975156"/>
                <a:ext cx="894585" cy="285895"/>
                <a:chOff x="923166" y="196206"/>
                <a:chExt cx="894585" cy="285895"/>
              </a:xfrm>
            </p:grpSpPr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EE3D98CF-5615-6304-C15E-DA3FBA59AC2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5F37554D-6265-8710-4463-BAF68A7A2E7F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N2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4" name="Gerade Verbindung mit Pfeil 13">
                  <a:extLst>
                    <a:ext uri="{FF2B5EF4-FFF2-40B4-BE49-F238E27FC236}">
                      <a16:creationId xmlns:a16="http://schemas.microsoft.com/office/drawing/2014/main" id="{1978F3E2-F9EB-689D-1B6C-753F20D43331}"/>
                    </a:ext>
                  </a:extLst>
                </p:cNvPr>
                <p:cNvCxnSpPr>
                  <a:cxnSpLocks/>
                  <a:stCxn id="12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5A87CEDD-70C2-E6F4-22F4-8C2941DA1229}"/>
                  </a:ext>
                </a:extLst>
              </p:cNvPr>
              <p:cNvGrpSpPr/>
              <p:nvPr/>
            </p:nvGrpSpPr>
            <p:grpSpPr>
              <a:xfrm>
                <a:off x="3649599" y="6170039"/>
                <a:ext cx="858393" cy="285895"/>
                <a:chOff x="1297305" y="196206"/>
                <a:chExt cx="858393" cy="285895"/>
              </a:xfrm>
            </p:grpSpPr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3141756E-F55F-3E5A-44BA-E0C3D0AD14CD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EC243259-D6C2-9B96-96E9-13047E4D1D00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N5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13911CF9-9E75-0F77-0E87-5F7CF21159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F3AC270B-40B7-132F-5A9D-6AC27A688778}"/>
                  </a:ext>
                </a:extLst>
              </p:cNvPr>
              <p:cNvGrpSpPr/>
              <p:nvPr/>
            </p:nvGrpSpPr>
            <p:grpSpPr>
              <a:xfrm>
                <a:off x="10271760" y="5395366"/>
                <a:ext cx="894585" cy="285895"/>
                <a:chOff x="923166" y="196206"/>
                <a:chExt cx="894585" cy="285895"/>
              </a:xfrm>
            </p:grpSpPr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1396335B-5DFB-86DD-5DBE-3A2574514DA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BFAD318E-4688-633A-BA0D-0EE4062BF409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N3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6AF89753-7A77-0E99-2585-6F4A453996F3}"/>
                    </a:ext>
                  </a:extLst>
                </p:cNvPr>
                <p:cNvCxnSpPr>
                  <a:cxnSpLocks/>
                  <a:stCxn id="20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uppieren 22">
                <a:extLst>
                  <a:ext uri="{FF2B5EF4-FFF2-40B4-BE49-F238E27FC236}">
                    <a16:creationId xmlns:a16="http://schemas.microsoft.com/office/drawing/2014/main" id="{031D4F59-E0CB-A839-E1AF-4E2E6748739F}"/>
                  </a:ext>
                </a:extLst>
              </p:cNvPr>
              <p:cNvGrpSpPr/>
              <p:nvPr/>
            </p:nvGrpSpPr>
            <p:grpSpPr>
              <a:xfrm>
                <a:off x="3479482" y="5681164"/>
                <a:ext cx="858393" cy="285895"/>
                <a:chOff x="1297305" y="196206"/>
                <a:chExt cx="858393" cy="285895"/>
              </a:xfrm>
            </p:grpSpPr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F03E6904-3D8F-B00A-2892-108086A63B5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78B8E45D-BA59-FB62-C2B6-66C3BDB22387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N4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6" name="Gerade Verbindung mit Pfeil 25">
                  <a:extLst>
                    <a:ext uri="{FF2B5EF4-FFF2-40B4-BE49-F238E27FC236}">
                      <a16:creationId xmlns:a16="http://schemas.microsoft.com/office/drawing/2014/main" id="{D279F49C-A72B-6AE5-C7D1-7A171F370F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uppieren 26">
                <a:extLst>
                  <a:ext uri="{FF2B5EF4-FFF2-40B4-BE49-F238E27FC236}">
                    <a16:creationId xmlns:a16="http://schemas.microsoft.com/office/drawing/2014/main" id="{D22053BD-278D-16FB-387E-C83B0582B88A}"/>
                  </a:ext>
                </a:extLst>
              </p:cNvPr>
              <p:cNvGrpSpPr/>
              <p:nvPr/>
            </p:nvGrpSpPr>
            <p:grpSpPr>
              <a:xfrm>
                <a:off x="2419921" y="5550408"/>
                <a:ext cx="518160" cy="612702"/>
                <a:chOff x="1297305" y="-130601"/>
                <a:chExt cx="518160" cy="612702"/>
              </a:xfrm>
            </p:grpSpPr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A76A623F-97F1-4B27-710C-3D9899007FAD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1EE34E2D-548F-5868-EA31-BD04BFD45312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N1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0" name="Gerade Verbindung mit Pfeil 29">
                  <a:extLst>
                    <a:ext uri="{FF2B5EF4-FFF2-40B4-BE49-F238E27FC236}">
                      <a16:creationId xmlns:a16="http://schemas.microsoft.com/office/drawing/2014/main" id="{EA7A7571-3A7B-0626-80EE-4F704E3AB9D9}"/>
                    </a:ext>
                  </a:extLst>
                </p:cNvPr>
                <p:cNvCxnSpPr>
                  <a:cxnSpLocks/>
                  <a:stCxn id="28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702245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3426014D-CD82-4E96-65EA-ECA07122E744}"/>
              </a:ext>
            </a:extLst>
          </p:cNvPr>
          <p:cNvGrpSpPr/>
          <p:nvPr/>
        </p:nvGrpSpPr>
        <p:grpSpPr>
          <a:xfrm>
            <a:off x="-64008" y="155448"/>
            <a:ext cx="12326112" cy="6144768"/>
            <a:chOff x="-64008" y="155448"/>
            <a:chExt cx="12326112" cy="6144768"/>
          </a:xfrm>
        </p:grpSpPr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26A19F3-1CCB-7828-F3F6-946A7FCE2030}"/>
                </a:ext>
              </a:extLst>
            </p:cNvPr>
            <p:cNvSpPr/>
            <p:nvPr/>
          </p:nvSpPr>
          <p:spPr>
            <a:xfrm>
              <a:off x="-64008" y="155448"/>
              <a:ext cx="12326112" cy="61447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922034F7-CD82-6618-4A93-8865D359569D}"/>
                </a:ext>
              </a:extLst>
            </p:cNvPr>
            <p:cNvGrpSpPr/>
            <p:nvPr/>
          </p:nvGrpSpPr>
          <p:grpSpPr>
            <a:xfrm>
              <a:off x="0" y="246834"/>
              <a:ext cx="12192000" cy="5968542"/>
              <a:chOff x="0" y="246834"/>
              <a:chExt cx="12192000" cy="5968542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2BAD7A56-6413-69A6-CB67-6726438CAA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642624"/>
                <a:ext cx="12192000" cy="5572752"/>
              </a:xfrm>
              <a:prstGeom prst="rect">
                <a:avLst/>
              </a:prstGeom>
            </p:spPr>
          </p:pic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7B8DB5FC-B149-25C8-CD8F-39AF557CE5E6}"/>
                  </a:ext>
                </a:extLst>
              </p:cNvPr>
              <p:cNvSpPr/>
              <p:nvPr/>
            </p:nvSpPr>
            <p:spPr>
              <a:xfrm>
                <a:off x="73152" y="859536"/>
                <a:ext cx="8037576" cy="105156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BDFBBAF3-DCF4-E5C1-B148-662A9F833294}"/>
                  </a:ext>
                </a:extLst>
              </p:cNvPr>
              <p:cNvSpPr/>
              <p:nvPr/>
            </p:nvSpPr>
            <p:spPr>
              <a:xfrm>
                <a:off x="36576" y="4041648"/>
                <a:ext cx="9290304" cy="203911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7138300B-7357-EBC5-FC55-0865504F5585}"/>
                  </a:ext>
                </a:extLst>
              </p:cNvPr>
              <p:cNvSpPr/>
              <p:nvPr/>
            </p:nvSpPr>
            <p:spPr>
              <a:xfrm>
                <a:off x="54864" y="1952624"/>
                <a:ext cx="8055864" cy="203911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EDEC8EA9-7388-3E18-8DB2-F7586C86666E}"/>
                  </a:ext>
                </a:extLst>
              </p:cNvPr>
              <p:cNvGrpSpPr/>
              <p:nvPr/>
            </p:nvGrpSpPr>
            <p:grpSpPr>
              <a:xfrm>
                <a:off x="11343894" y="4041648"/>
                <a:ext cx="518160" cy="612702"/>
                <a:chOff x="1297305" y="-130601"/>
                <a:chExt cx="518160" cy="612702"/>
              </a:xfrm>
            </p:grpSpPr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72EAA0BB-849F-17B0-E88D-E4ABEE4340D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9C17199-01E8-6A6A-342C-9C9B0461BDFC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" name="Gerade Verbindung mit Pfeil 11">
                  <a:extLst>
                    <a:ext uri="{FF2B5EF4-FFF2-40B4-BE49-F238E27FC236}">
                      <a16:creationId xmlns:a16="http://schemas.microsoft.com/office/drawing/2014/main" id="{3E82D8EB-B5D5-CFEC-8500-802A9F1B708E}"/>
                    </a:ext>
                  </a:extLst>
                </p:cNvPr>
                <p:cNvCxnSpPr>
                  <a:cxnSpLocks/>
                  <a:stCxn id="10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162BEB2D-DD09-07D8-49B0-878684207B08}"/>
                  </a:ext>
                </a:extLst>
              </p:cNvPr>
              <p:cNvGrpSpPr/>
              <p:nvPr/>
            </p:nvGrpSpPr>
            <p:grpSpPr>
              <a:xfrm>
                <a:off x="9326880" y="4918256"/>
                <a:ext cx="894585" cy="285895"/>
                <a:chOff x="923166" y="196206"/>
                <a:chExt cx="894585" cy="285895"/>
              </a:xfrm>
            </p:grpSpPr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964E5E55-D700-360E-6788-2AF663EA5B23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712308E-C382-FA0D-6C6E-803359CFB015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14BE4939-9F92-81DC-AE6A-D7A4245E695C}"/>
                    </a:ext>
                  </a:extLst>
                </p:cNvPr>
                <p:cNvCxnSpPr>
                  <a:cxnSpLocks/>
                  <a:stCxn id="14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8F34CC4D-385A-AC0E-CD46-2F6BA18DDAA7}"/>
                  </a:ext>
                </a:extLst>
              </p:cNvPr>
              <p:cNvGrpSpPr/>
              <p:nvPr/>
            </p:nvGrpSpPr>
            <p:grpSpPr>
              <a:xfrm>
                <a:off x="8110728" y="3429000"/>
                <a:ext cx="894585" cy="285895"/>
                <a:chOff x="923166" y="196206"/>
                <a:chExt cx="894585" cy="285895"/>
              </a:xfrm>
            </p:grpSpPr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90786D2E-73C2-E061-F2EA-B58584AB958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8885A9E7-6996-64BC-D1B8-49261EC8097A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DFE15015-8B05-54E6-F35F-FB68F5EFE7B3}"/>
                    </a:ext>
                  </a:extLst>
                </p:cNvPr>
                <p:cNvCxnSpPr>
                  <a:cxnSpLocks/>
                  <a:stCxn id="18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6B7C74C2-47FD-65F7-E746-9B8CCB791AB9}"/>
                  </a:ext>
                </a:extLst>
              </p:cNvPr>
              <p:cNvGrpSpPr/>
              <p:nvPr/>
            </p:nvGrpSpPr>
            <p:grpSpPr>
              <a:xfrm>
                <a:off x="4051173" y="246834"/>
                <a:ext cx="518160" cy="628453"/>
                <a:chOff x="1297305" y="196206"/>
                <a:chExt cx="518160" cy="628453"/>
              </a:xfrm>
            </p:grpSpPr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F6A1ABAD-A700-81A9-E102-14BCDE3E101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6C105717-F5FD-6B74-9B55-11B845B66C8D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8" name="Gerade Verbindung mit Pfeil 27">
                  <a:extLst>
                    <a:ext uri="{FF2B5EF4-FFF2-40B4-BE49-F238E27FC236}">
                      <a16:creationId xmlns:a16="http://schemas.microsoft.com/office/drawing/2014/main" id="{E4233896-B434-68D8-414B-3CE9B5D0F212}"/>
                    </a:ext>
                  </a:extLst>
                </p:cNvPr>
                <p:cNvCxnSpPr>
                  <a:stCxn id="26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Gruppieren 32">
                <a:extLst>
                  <a:ext uri="{FF2B5EF4-FFF2-40B4-BE49-F238E27FC236}">
                    <a16:creationId xmlns:a16="http://schemas.microsoft.com/office/drawing/2014/main" id="{34E8D8B5-F963-396D-3981-1853DE549E91}"/>
                  </a:ext>
                </a:extLst>
              </p:cNvPr>
              <p:cNvGrpSpPr/>
              <p:nvPr/>
            </p:nvGrpSpPr>
            <p:grpSpPr>
              <a:xfrm>
                <a:off x="10221465" y="450378"/>
                <a:ext cx="518160" cy="628453"/>
                <a:chOff x="1297305" y="196206"/>
                <a:chExt cx="518160" cy="628453"/>
              </a:xfrm>
            </p:grpSpPr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id="{4CAFAFE4-7665-9099-61DB-1A9E32010C4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254EA19-DF3F-3AE2-A724-3432D1815B28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6" name="Gerade Verbindung mit Pfeil 35">
                  <a:extLst>
                    <a:ext uri="{FF2B5EF4-FFF2-40B4-BE49-F238E27FC236}">
                      <a16:creationId xmlns:a16="http://schemas.microsoft.com/office/drawing/2014/main" id="{063433B1-3C78-4A17-3C2B-E07CC42E1D2E}"/>
                    </a:ext>
                  </a:extLst>
                </p:cNvPr>
                <p:cNvCxnSpPr>
                  <a:stCxn id="34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441048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F95-B25C-5FFF-B73C-2276B624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74C66E5E-181D-187E-30D3-6953FDA5FA29}"/>
              </a:ext>
            </a:extLst>
          </p:cNvPr>
          <p:cNvGrpSpPr/>
          <p:nvPr/>
        </p:nvGrpSpPr>
        <p:grpSpPr>
          <a:xfrm>
            <a:off x="0" y="2368296"/>
            <a:ext cx="12192000" cy="2487168"/>
            <a:chOff x="0" y="2368296"/>
            <a:chExt cx="12192000" cy="248716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B029A731-F469-07B4-D7EB-8AE64E35B2EC}"/>
                </a:ext>
              </a:extLst>
            </p:cNvPr>
            <p:cNvSpPr/>
            <p:nvPr/>
          </p:nvSpPr>
          <p:spPr>
            <a:xfrm>
              <a:off x="0" y="2368296"/>
              <a:ext cx="12192000" cy="2487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8C8B88A9-F428-5444-1352-FA5B776E6B68}"/>
                </a:ext>
              </a:extLst>
            </p:cNvPr>
            <p:cNvGrpSpPr/>
            <p:nvPr/>
          </p:nvGrpSpPr>
          <p:grpSpPr>
            <a:xfrm>
              <a:off x="80123" y="2462077"/>
              <a:ext cx="12031754" cy="2300242"/>
              <a:chOff x="80123" y="2462077"/>
              <a:chExt cx="12031754" cy="2300242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2072B36E-8ED3-63DC-345A-0B0E35ECF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23" y="2462077"/>
                <a:ext cx="12031754" cy="1933845"/>
              </a:xfrm>
              <a:prstGeom prst="rect">
                <a:avLst/>
              </a:prstGeom>
            </p:spPr>
          </p:pic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C3AE19B7-327C-145D-F935-A3712F6E2678}"/>
                  </a:ext>
                </a:extLst>
              </p:cNvPr>
              <p:cNvGrpSpPr/>
              <p:nvPr/>
            </p:nvGrpSpPr>
            <p:grpSpPr>
              <a:xfrm>
                <a:off x="1978155" y="2958836"/>
                <a:ext cx="894585" cy="285895"/>
                <a:chOff x="923166" y="196206"/>
                <a:chExt cx="894585" cy="285895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B83892C6-7C46-DECB-225B-3083CEFB96CA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70420F2E-BFF4-547A-1F32-C9AFE110D12A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" name="Gerade Verbindung mit Pfeil 6">
                  <a:extLst>
                    <a:ext uri="{FF2B5EF4-FFF2-40B4-BE49-F238E27FC236}">
                      <a16:creationId xmlns:a16="http://schemas.microsoft.com/office/drawing/2014/main" id="{4CFBF212-5AC0-3C87-11B0-52AB542817CD}"/>
                    </a:ext>
                  </a:extLst>
                </p:cNvPr>
                <p:cNvCxnSpPr>
                  <a:cxnSpLocks/>
                  <a:stCxn id="5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42DD4C40-1C95-A601-216C-5734CD5B3420}"/>
                  </a:ext>
                </a:extLst>
              </p:cNvPr>
              <p:cNvGrpSpPr/>
              <p:nvPr/>
            </p:nvGrpSpPr>
            <p:grpSpPr>
              <a:xfrm>
                <a:off x="1978155" y="3320011"/>
                <a:ext cx="894585" cy="285895"/>
                <a:chOff x="923166" y="196206"/>
                <a:chExt cx="894585" cy="285895"/>
              </a:xfrm>
            </p:grpSpPr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D32C61F8-DBFB-3796-3001-9C88D29F4F8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796CAC78-EB9C-F5D6-F302-AEC656EDD35B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1" name="Gerade Verbindung mit Pfeil 10">
                  <a:extLst>
                    <a:ext uri="{FF2B5EF4-FFF2-40B4-BE49-F238E27FC236}">
                      <a16:creationId xmlns:a16="http://schemas.microsoft.com/office/drawing/2014/main" id="{97DDD0EF-EC18-449F-A040-D21739B95932}"/>
                    </a:ext>
                  </a:extLst>
                </p:cNvPr>
                <p:cNvCxnSpPr>
                  <a:cxnSpLocks/>
                  <a:stCxn id="9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5C81579B-8968-2249-E8C1-B99765F0B83D}"/>
                  </a:ext>
                </a:extLst>
              </p:cNvPr>
              <p:cNvGrpSpPr/>
              <p:nvPr/>
            </p:nvGrpSpPr>
            <p:grpSpPr>
              <a:xfrm>
                <a:off x="6776847" y="2850966"/>
                <a:ext cx="858393" cy="285895"/>
                <a:chOff x="1297305" y="196206"/>
                <a:chExt cx="858393" cy="285895"/>
              </a:xfrm>
            </p:grpSpPr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2539BA7C-244E-738D-A277-5E1CCC6AB74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67B74518-C348-2852-45CB-3E6A43887B6C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5" name="Gerade Verbindung mit Pfeil 14">
                  <a:extLst>
                    <a:ext uri="{FF2B5EF4-FFF2-40B4-BE49-F238E27FC236}">
                      <a16:creationId xmlns:a16="http://schemas.microsoft.com/office/drawing/2014/main" id="{E6147749-2033-FF37-4820-E1B925E7C2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uppieren 15">
                <a:extLst>
                  <a:ext uri="{FF2B5EF4-FFF2-40B4-BE49-F238E27FC236}">
                    <a16:creationId xmlns:a16="http://schemas.microsoft.com/office/drawing/2014/main" id="{E5D92B6F-F7DB-12D4-C78E-99B1630ECC09}"/>
                  </a:ext>
                </a:extLst>
              </p:cNvPr>
              <p:cNvGrpSpPr/>
              <p:nvPr/>
            </p:nvGrpSpPr>
            <p:grpSpPr>
              <a:xfrm>
                <a:off x="6776847" y="3244731"/>
                <a:ext cx="858393" cy="285895"/>
                <a:chOff x="1297305" y="196206"/>
                <a:chExt cx="858393" cy="285895"/>
              </a:xfrm>
            </p:grpSpPr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08631EEA-95D7-E2B3-3FA5-00CBCA240F92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9717DF04-D18B-03F8-55E2-5E62068673D8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BA0249A8-6250-D4D4-1CE8-9D80B50B5B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6CADCF59-A9FF-FC4D-C7C8-182CF9A939CD}"/>
                  </a:ext>
                </a:extLst>
              </p:cNvPr>
              <p:cNvGrpSpPr/>
              <p:nvPr/>
            </p:nvGrpSpPr>
            <p:grpSpPr>
              <a:xfrm>
                <a:off x="6746367" y="3683425"/>
                <a:ext cx="888873" cy="285895"/>
                <a:chOff x="1266825" y="196206"/>
                <a:chExt cx="888873" cy="285895"/>
              </a:xfrm>
            </p:grpSpPr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080E06F5-CFA4-59FC-7F0E-EA941DB7E8A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3F6925AB-D53A-5E8C-7252-077D943586C9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41E700C4-73E3-C901-6271-A353B46289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7C762737-1962-1A3D-D00F-2C6D9AE84382}"/>
                  </a:ext>
                </a:extLst>
              </p:cNvPr>
              <p:cNvGrpSpPr/>
              <p:nvPr/>
            </p:nvGrpSpPr>
            <p:grpSpPr>
              <a:xfrm>
                <a:off x="6746367" y="4040644"/>
                <a:ext cx="888873" cy="285895"/>
                <a:chOff x="1266825" y="196206"/>
                <a:chExt cx="888873" cy="285895"/>
              </a:xfrm>
            </p:grpSpPr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FC8FA96B-6F9A-22A0-D791-4D9EF17F999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129D0346-1493-AE31-A011-9EAB8AEF3367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7" name="Gerade Verbindung mit Pfeil 26">
                  <a:extLst>
                    <a:ext uri="{FF2B5EF4-FFF2-40B4-BE49-F238E27FC236}">
                      <a16:creationId xmlns:a16="http://schemas.microsoft.com/office/drawing/2014/main" id="{7C59DF14-8E36-7985-8923-B96F3EFFFF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BA83380C-028C-9A75-8EA5-6F05D528F3AB}"/>
                  </a:ext>
                </a:extLst>
              </p:cNvPr>
              <p:cNvGrpSpPr/>
              <p:nvPr/>
            </p:nvGrpSpPr>
            <p:grpSpPr>
              <a:xfrm>
                <a:off x="10297287" y="3143683"/>
                <a:ext cx="518160" cy="628453"/>
                <a:chOff x="1266825" y="196206"/>
                <a:chExt cx="518160" cy="628453"/>
              </a:xfrm>
            </p:grpSpPr>
            <p:sp>
              <p:nvSpPr>
                <p:cNvPr id="29" name="Ellipse 28">
                  <a:extLst>
                    <a:ext uri="{FF2B5EF4-FFF2-40B4-BE49-F238E27FC236}">
                      <a16:creationId xmlns:a16="http://schemas.microsoft.com/office/drawing/2014/main" id="{CF1F2E63-9C62-E5AE-0C99-878FCEE7506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CA7CCCCA-D65D-C987-5834-748F641853CA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1" name="Gerade Verbindung mit Pfeil 30">
                  <a:extLst>
                    <a:ext uri="{FF2B5EF4-FFF2-40B4-BE49-F238E27FC236}">
                      <a16:creationId xmlns:a16="http://schemas.microsoft.com/office/drawing/2014/main" id="{147A49A3-075C-12DD-36C9-64552EB113D3}"/>
                    </a:ext>
                  </a:extLst>
                </p:cNvPr>
                <p:cNvCxnSpPr>
                  <a:stCxn id="29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0C636820-BA7A-4665-24F0-2654B30722B6}"/>
                  </a:ext>
                </a:extLst>
              </p:cNvPr>
              <p:cNvGrpSpPr/>
              <p:nvPr/>
            </p:nvGrpSpPr>
            <p:grpSpPr>
              <a:xfrm>
                <a:off x="10644759" y="4149617"/>
                <a:ext cx="518160" cy="612702"/>
                <a:chOff x="1259205" y="-130601"/>
                <a:chExt cx="518160" cy="612702"/>
              </a:xfrm>
            </p:grpSpPr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id="{D8BC8C70-E01F-AABC-F1B9-9979A329D8D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3B29A7E9-ECE9-A554-B047-953E2B297CA4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5" name="Gerade Verbindung mit Pfeil 34">
                  <a:extLst>
                    <a:ext uri="{FF2B5EF4-FFF2-40B4-BE49-F238E27FC236}">
                      <a16:creationId xmlns:a16="http://schemas.microsoft.com/office/drawing/2014/main" id="{A1E708F6-F241-7568-A4A0-B3E29AF96BFC}"/>
                    </a:ext>
                  </a:extLst>
                </p:cNvPr>
                <p:cNvCxnSpPr>
                  <a:cxnSpLocks/>
                  <a:stCxn id="33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149090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98E06-2369-C66D-DBE9-284180AD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C5BB9B6B-50C2-9687-59EC-7CB9E3CCD7B5}"/>
              </a:ext>
            </a:extLst>
          </p:cNvPr>
          <p:cNvGrpSpPr/>
          <p:nvPr/>
        </p:nvGrpSpPr>
        <p:grpSpPr>
          <a:xfrm>
            <a:off x="0" y="1408176"/>
            <a:ext cx="12192000" cy="4005072"/>
            <a:chOff x="0" y="1408176"/>
            <a:chExt cx="12192000" cy="4005072"/>
          </a:xfrm>
        </p:grpSpPr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3C73181D-E10D-C9A0-8930-366AFC7B5848}"/>
                </a:ext>
              </a:extLst>
            </p:cNvPr>
            <p:cNvSpPr/>
            <p:nvPr/>
          </p:nvSpPr>
          <p:spPr>
            <a:xfrm>
              <a:off x="0" y="1408176"/>
              <a:ext cx="12192000" cy="4005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9F6A20EA-09B5-257C-5989-A07B31C81C14}"/>
                </a:ext>
              </a:extLst>
            </p:cNvPr>
            <p:cNvGrpSpPr/>
            <p:nvPr/>
          </p:nvGrpSpPr>
          <p:grpSpPr>
            <a:xfrm>
              <a:off x="103939" y="1487123"/>
              <a:ext cx="11984122" cy="3827509"/>
              <a:chOff x="103939" y="1487123"/>
              <a:chExt cx="11984122" cy="3827509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3C93676E-0D0A-C9CC-ED2F-803746266A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939" y="1904787"/>
                <a:ext cx="11984122" cy="3048425"/>
              </a:xfrm>
              <a:prstGeom prst="rect">
                <a:avLst/>
              </a:prstGeom>
            </p:spPr>
          </p:pic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F9D8CDB2-13B3-8AC8-0F8E-0C5B42716B80}"/>
                  </a:ext>
                </a:extLst>
              </p:cNvPr>
              <p:cNvGrpSpPr/>
              <p:nvPr/>
            </p:nvGrpSpPr>
            <p:grpSpPr>
              <a:xfrm>
                <a:off x="3146679" y="1519929"/>
                <a:ext cx="518160" cy="1287279"/>
                <a:chOff x="1266825" y="196206"/>
                <a:chExt cx="518160" cy="1287279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9F36DE56-F86E-18DB-2D55-CF9C4F233A7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B6D9106F-EB79-6A32-D827-8B50C096563D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" name="Gerade Verbindung mit Pfeil 6">
                  <a:extLst>
                    <a:ext uri="{FF2B5EF4-FFF2-40B4-BE49-F238E27FC236}">
                      <a16:creationId xmlns:a16="http://schemas.microsoft.com/office/drawing/2014/main" id="{616D98B5-47E2-72E7-1CD4-41D476396A90}"/>
                    </a:ext>
                  </a:extLst>
                </p:cNvPr>
                <p:cNvCxnSpPr>
                  <a:cxnSpLocks/>
                  <a:stCxn id="5" idx="4"/>
                </p:cNvCxnSpPr>
                <p:nvPr/>
              </p:nvCxnSpPr>
              <p:spPr>
                <a:xfrm>
                  <a:off x="1465707" y="482101"/>
                  <a:ext cx="0" cy="100138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70DEDF84-F53B-9811-AF7E-6A70F80C090A}"/>
                  </a:ext>
                </a:extLst>
              </p:cNvPr>
              <p:cNvGrpSpPr/>
              <p:nvPr/>
            </p:nvGrpSpPr>
            <p:grpSpPr>
              <a:xfrm>
                <a:off x="11470460" y="1487123"/>
                <a:ext cx="518160" cy="628453"/>
                <a:chOff x="1266825" y="196206"/>
                <a:chExt cx="518160" cy="628453"/>
              </a:xfrm>
            </p:grpSpPr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25842E20-4642-6668-7DEE-33485E7A411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C1023DDE-0C53-2167-3D3E-EF7FC7371AD1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4" name="Gerade Verbindung mit Pfeil 13">
                  <a:extLst>
                    <a:ext uri="{FF2B5EF4-FFF2-40B4-BE49-F238E27FC236}">
                      <a16:creationId xmlns:a16="http://schemas.microsoft.com/office/drawing/2014/main" id="{11574A89-025D-6B7A-DBA3-08AB80D5B9B2}"/>
                    </a:ext>
                  </a:extLst>
                </p:cNvPr>
                <p:cNvCxnSpPr>
                  <a:stCxn id="12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4A3787B4-BC1F-73C3-ED79-1EBF18528C3F}"/>
                  </a:ext>
                </a:extLst>
              </p:cNvPr>
              <p:cNvGrpSpPr/>
              <p:nvPr/>
            </p:nvGrpSpPr>
            <p:grpSpPr>
              <a:xfrm>
                <a:off x="8697851" y="1563823"/>
                <a:ext cx="518160" cy="978209"/>
                <a:chOff x="1266825" y="196206"/>
                <a:chExt cx="518160" cy="978209"/>
              </a:xfrm>
            </p:grpSpPr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1B7025BF-FDDE-BF8C-033E-FD64A457590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FAA2113E-F98B-F3E7-14AF-B0681673CEA4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F1E4CDE2-C49B-37E1-683B-9059312C3814}"/>
                    </a:ext>
                  </a:extLst>
                </p:cNvPr>
                <p:cNvCxnSpPr>
                  <a:cxnSpLocks/>
                  <a:stCxn id="16" idx="4"/>
                </p:cNvCxnSpPr>
                <p:nvPr/>
              </p:nvCxnSpPr>
              <p:spPr>
                <a:xfrm>
                  <a:off x="1465707" y="482101"/>
                  <a:ext cx="0" cy="69231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9EFE6F30-5006-68AC-33B0-10B9B05AC4B7}"/>
                  </a:ext>
                </a:extLst>
              </p:cNvPr>
              <p:cNvGrpSpPr/>
              <p:nvPr/>
            </p:nvGrpSpPr>
            <p:grpSpPr>
              <a:xfrm>
                <a:off x="5836920" y="4559090"/>
                <a:ext cx="518160" cy="612702"/>
                <a:chOff x="1259205" y="-130601"/>
                <a:chExt cx="518160" cy="612702"/>
              </a:xfrm>
            </p:grpSpPr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EE3BC9A1-331E-8136-6E39-912A5289F32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674DF8F9-13D2-1834-9E68-5BFA94D99CCD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FB64E1C7-4C93-87BC-2D90-691F6E42030E}"/>
                    </a:ext>
                  </a:extLst>
                </p:cNvPr>
                <p:cNvCxnSpPr>
                  <a:cxnSpLocks/>
                  <a:stCxn id="21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1C382517-5A81-0E51-63E8-DB685D7EC8A9}"/>
                  </a:ext>
                </a:extLst>
              </p:cNvPr>
              <p:cNvGrpSpPr/>
              <p:nvPr/>
            </p:nvGrpSpPr>
            <p:grpSpPr>
              <a:xfrm>
                <a:off x="6945630" y="4579546"/>
                <a:ext cx="518160" cy="612702"/>
                <a:chOff x="1259205" y="-130601"/>
                <a:chExt cx="518160" cy="612702"/>
              </a:xfrm>
            </p:grpSpPr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14606DEE-664A-40C9-6DC3-D5805469FEF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8A610E65-2935-66D5-0CA9-75980C9A898F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7" name="Gerade Verbindung mit Pfeil 26">
                  <a:extLst>
                    <a:ext uri="{FF2B5EF4-FFF2-40B4-BE49-F238E27FC236}">
                      <a16:creationId xmlns:a16="http://schemas.microsoft.com/office/drawing/2014/main" id="{ABAAA39E-6B92-175C-1FB6-7DA4D1A5A632}"/>
                    </a:ext>
                  </a:extLst>
                </p:cNvPr>
                <p:cNvCxnSpPr>
                  <a:cxnSpLocks/>
                  <a:stCxn id="25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1C25499C-73E7-AB0B-9187-38D1A76EA714}"/>
                  </a:ext>
                </a:extLst>
              </p:cNvPr>
              <p:cNvGrpSpPr/>
              <p:nvPr/>
            </p:nvGrpSpPr>
            <p:grpSpPr>
              <a:xfrm>
                <a:off x="8786243" y="4646861"/>
                <a:ext cx="518160" cy="612702"/>
                <a:chOff x="1259205" y="-130601"/>
                <a:chExt cx="518160" cy="612702"/>
              </a:xfrm>
            </p:grpSpPr>
            <p:sp>
              <p:nvSpPr>
                <p:cNvPr id="29" name="Ellipse 28">
                  <a:extLst>
                    <a:ext uri="{FF2B5EF4-FFF2-40B4-BE49-F238E27FC236}">
                      <a16:creationId xmlns:a16="http://schemas.microsoft.com/office/drawing/2014/main" id="{41DD0B3D-0CD2-6641-7BA5-ECFBC9B0458A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D1DDB841-3367-AD0D-6084-64A6A96BD9DB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1" name="Gerade Verbindung mit Pfeil 30">
                  <a:extLst>
                    <a:ext uri="{FF2B5EF4-FFF2-40B4-BE49-F238E27FC236}">
                      <a16:creationId xmlns:a16="http://schemas.microsoft.com/office/drawing/2014/main" id="{9940C87B-E929-EAA5-02E8-70C56ACD7B2C}"/>
                    </a:ext>
                  </a:extLst>
                </p:cNvPr>
                <p:cNvCxnSpPr>
                  <a:cxnSpLocks/>
                  <a:stCxn id="29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A5F5F6D0-C4A1-CFB8-F277-8ECF06567A83}"/>
                  </a:ext>
                </a:extLst>
              </p:cNvPr>
              <p:cNvGrpSpPr/>
              <p:nvPr/>
            </p:nvGrpSpPr>
            <p:grpSpPr>
              <a:xfrm>
                <a:off x="10996426" y="4701930"/>
                <a:ext cx="518160" cy="612702"/>
                <a:chOff x="1259205" y="-130601"/>
                <a:chExt cx="518160" cy="612702"/>
              </a:xfrm>
            </p:grpSpPr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id="{82785C96-96E9-5BA0-8A4E-9CB2FF4BC2B0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445CC66E-D500-25FB-F80D-AAEFCBBF3FD3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5" name="Gerade Verbindung mit Pfeil 34">
                  <a:extLst>
                    <a:ext uri="{FF2B5EF4-FFF2-40B4-BE49-F238E27FC236}">
                      <a16:creationId xmlns:a16="http://schemas.microsoft.com/office/drawing/2014/main" id="{DFEADD6C-DA69-4C89-39F6-E68CEFEF0804}"/>
                    </a:ext>
                  </a:extLst>
                </p:cNvPr>
                <p:cNvCxnSpPr>
                  <a:cxnSpLocks/>
                  <a:stCxn id="33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0D7EBA59-133B-580D-6B34-405B8CE64B9B}"/>
                  </a:ext>
                </a:extLst>
              </p:cNvPr>
              <p:cNvSpPr/>
              <p:nvPr/>
            </p:nvSpPr>
            <p:spPr>
              <a:xfrm>
                <a:off x="7607808" y="3785384"/>
                <a:ext cx="4297679" cy="6850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45" name="Gruppieren 44">
                <a:extLst>
                  <a:ext uri="{FF2B5EF4-FFF2-40B4-BE49-F238E27FC236}">
                    <a16:creationId xmlns:a16="http://schemas.microsoft.com/office/drawing/2014/main" id="{066F84B7-9569-BC7D-BAA2-F396581055A9}"/>
                  </a:ext>
                </a:extLst>
              </p:cNvPr>
              <p:cNvGrpSpPr/>
              <p:nvPr/>
            </p:nvGrpSpPr>
            <p:grpSpPr>
              <a:xfrm>
                <a:off x="9891334" y="4470420"/>
                <a:ext cx="518160" cy="836811"/>
                <a:chOff x="1259205" y="-354710"/>
                <a:chExt cx="518160" cy="836811"/>
              </a:xfrm>
            </p:grpSpPr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157F76B3-858B-5CE4-3E98-0B1EE15DDA55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7" name="Textfeld 46">
                  <a:extLst>
                    <a:ext uri="{FF2B5EF4-FFF2-40B4-BE49-F238E27FC236}">
                      <a16:creationId xmlns:a16="http://schemas.microsoft.com/office/drawing/2014/main" id="{18140D58-DDB7-7DCF-795C-A004C1CF6661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8" name="Gerade Verbindung mit Pfeil 47">
                  <a:extLst>
                    <a:ext uri="{FF2B5EF4-FFF2-40B4-BE49-F238E27FC236}">
                      <a16:creationId xmlns:a16="http://schemas.microsoft.com/office/drawing/2014/main" id="{F1A9A854-F9EC-CC91-9F9E-259F42A1FC53}"/>
                    </a:ext>
                  </a:extLst>
                </p:cNvPr>
                <p:cNvCxnSpPr>
                  <a:cxnSpLocks/>
                  <a:stCxn id="46" idx="0"/>
                </p:cNvCxnSpPr>
                <p:nvPr/>
              </p:nvCxnSpPr>
              <p:spPr>
                <a:xfrm flipV="1">
                  <a:off x="1465707" y="-354710"/>
                  <a:ext cx="0" cy="55091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uppieren 49">
                <a:extLst>
                  <a:ext uri="{FF2B5EF4-FFF2-40B4-BE49-F238E27FC236}">
                    <a16:creationId xmlns:a16="http://schemas.microsoft.com/office/drawing/2014/main" id="{98CDD71F-2EB1-B9C3-B520-797D894241BF}"/>
                  </a:ext>
                </a:extLst>
              </p:cNvPr>
              <p:cNvGrpSpPr/>
              <p:nvPr/>
            </p:nvGrpSpPr>
            <p:grpSpPr>
              <a:xfrm>
                <a:off x="9323265" y="3152457"/>
                <a:ext cx="518160" cy="537591"/>
                <a:chOff x="1266825" y="196206"/>
                <a:chExt cx="518160" cy="537591"/>
              </a:xfrm>
            </p:grpSpPr>
            <p:sp>
              <p:nvSpPr>
                <p:cNvPr id="51" name="Ellipse 50">
                  <a:extLst>
                    <a:ext uri="{FF2B5EF4-FFF2-40B4-BE49-F238E27FC236}">
                      <a16:creationId xmlns:a16="http://schemas.microsoft.com/office/drawing/2014/main" id="{F9C0EC7E-2A6F-F90B-4C74-C834549C7F1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2" name="Textfeld 51">
                  <a:extLst>
                    <a:ext uri="{FF2B5EF4-FFF2-40B4-BE49-F238E27FC236}">
                      <a16:creationId xmlns:a16="http://schemas.microsoft.com/office/drawing/2014/main" id="{4ADF7748-A7FD-741D-AA12-F8B0BA8480E7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3" name="Gerade Verbindung mit Pfeil 52">
                  <a:extLst>
                    <a:ext uri="{FF2B5EF4-FFF2-40B4-BE49-F238E27FC236}">
                      <a16:creationId xmlns:a16="http://schemas.microsoft.com/office/drawing/2014/main" id="{1A9185C8-30D6-FE6D-838C-B3FF05EE0692}"/>
                    </a:ext>
                  </a:extLst>
                </p:cNvPr>
                <p:cNvCxnSpPr>
                  <a:cxnSpLocks/>
                  <a:stCxn id="51" idx="4"/>
                </p:cNvCxnSpPr>
                <p:nvPr/>
              </p:nvCxnSpPr>
              <p:spPr>
                <a:xfrm>
                  <a:off x="1465707" y="482101"/>
                  <a:ext cx="0" cy="25169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uppieren 53">
                <a:extLst>
                  <a:ext uri="{FF2B5EF4-FFF2-40B4-BE49-F238E27FC236}">
                    <a16:creationId xmlns:a16="http://schemas.microsoft.com/office/drawing/2014/main" id="{A611F38B-09AF-B8AD-EB14-B5F710D9800B}"/>
                  </a:ext>
                </a:extLst>
              </p:cNvPr>
              <p:cNvGrpSpPr/>
              <p:nvPr/>
            </p:nvGrpSpPr>
            <p:grpSpPr>
              <a:xfrm>
                <a:off x="10855870" y="3152457"/>
                <a:ext cx="518160" cy="537591"/>
                <a:chOff x="1266825" y="196206"/>
                <a:chExt cx="518160" cy="537591"/>
              </a:xfrm>
            </p:grpSpPr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B7418DA1-FFD8-3367-ECED-57BAADB38BC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0E9CC696-C749-D34A-81C7-C421289176FA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D19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7" name="Gerade Verbindung mit Pfeil 56">
                  <a:extLst>
                    <a:ext uri="{FF2B5EF4-FFF2-40B4-BE49-F238E27FC236}">
                      <a16:creationId xmlns:a16="http://schemas.microsoft.com/office/drawing/2014/main" id="{BA78CCFA-7EA3-C06B-1A06-7086D0D3A445}"/>
                    </a:ext>
                  </a:extLst>
                </p:cNvPr>
                <p:cNvCxnSpPr>
                  <a:cxnSpLocks/>
                  <a:stCxn id="55" idx="4"/>
                </p:cNvCxnSpPr>
                <p:nvPr/>
              </p:nvCxnSpPr>
              <p:spPr>
                <a:xfrm>
                  <a:off x="1465707" y="482101"/>
                  <a:ext cx="0" cy="25169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746275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D3AB4-4BE3-E911-EB02-8DA139A5F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5BC377D9-35B9-B946-4170-C8B107B4512E}"/>
              </a:ext>
            </a:extLst>
          </p:cNvPr>
          <p:cNvGrpSpPr/>
          <p:nvPr/>
        </p:nvGrpSpPr>
        <p:grpSpPr>
          <a:xfrm>
            <a:off x="-64008" y="1700784"/>
            <a:ext cx="12335256" cy="3529584"/>
            <a:chOff x="-64008" y="1700784"/>
            <a:chExt cx="12335256" cy="3529584"/>
          </a:xfrm>
        </p:grpSpPr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112F4A1F-6905-89D5-B741-B02A62F5B2BB}"/>
                </a:ext>
              </a:extLst>
            </p:cNvPr>
            <p:cNvSpPr/>
            <p:nvPr/>
          </p:nvSpPr>
          <p:spPr>
            <a:xfrm>
              <a:off x="-64008" y="1700784"/>
              <a:ext cx="12335256" cy="3529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1B337B5B-89CB-9EA7-CF48-3526880B1307}"/>
                </a:ext>
              </a:extLst>
            </p:cNvPr>
            <p:cNvGrpSpPr/>
            <p:nvPr/>
          </p:nvGrpSpPr>
          <p:grpSpPr>
            <a:xfrm>
              <a:off x="0" y="1785887"/>
              <a:ext cx="12192000" cy="3375865"/>
              <a:chOff x="0" y="1785887"/>
              <a:chExt cx="12192000" cy="3375865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F07FA92E-F290-3A90-59EB-5AE8932722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2100114"/>
                <a:ext cx="12192000" cy="2657772"/>
              </a:xfrm>
              <a:prstGeom prst="rect">
                <a:avLst/>
              </a:prstGeom>
            </p:spPr>
          </p:pic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BE41E9CF-F778-0DFE-7E17-E589EC2009BD}"/>
                  </a:ext>
                </a:extLst>
              </p:cNvPr>
              <p:cNvGrpSpPr/>
              <p:nvPr/>
            </p:nvGrpSpPr>
            <p:grpSpPr>
              <a:xfrm>
                <a:off x="2085975" y="1785887"/>
                <a:ext cx="518160" cy="1286497"/>
                <a:chOff x="1266825" y="196206"/>
                <a:chExt cx="518160" cy="1286497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3633AE0E-B552-26FD-43B5-DE020F801F4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DCE356D4-4FB2-E949-9B16-3DB54F225BCE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" name="Gerade Verbindung mit Pfeil 6">
                  <a:extLst>
                    <a:ext uri="{FF2B5EF4-FFF2-40B4-BE49-F238E27FC236}">
                      <a16:creationId xmlns:a16="http://schemas.microsoft.com/office/drawing/2014/main" id="{6B95470C-349D-5623-A221-6CBDAA9E5AA9}"/>
                    </a:ext>
                  </a:extLst>
                </p:cNvPr>
                <p:cNvCxnSpPr>
                  <a:cxnSpLocks/>
                  <a:stCxn id="5" idx="4"/>
                </p:cNvCxnSpPr>
                <p:nvPr/>
              </p:nvCxnSpPr>
              <p:spPr>
                <a:xfrm>
                  <a:off x="1465707" y="482101"/>
                  <a:ext cx="0" cy="100060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52D994DA-1374-2225-C9D9-CA08780E188E}"/>
                  </a:ext>
                </a:extLst>
              </p:cNvPr>
              <p:cNvGrpSpPr/>
              <p:nvPr/>
            </p:nvGrpSpPr>
            <p:grpSpPr>
              <a:xfrm>
                <a:off x="5185791" y="1805698"/>
                <a:ext cx="518160" cy="766385"/>
                <a:chOff x="1266825" y="196206"/>
                <a:chExt cx="518160" cy="766385"/>
              </a:xfrm>
            </p:grpSpPr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05A60BA1-6409-8124-CAA3-BEDA223011D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47176008-30A2-F743-048A-642883E7FB2C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" name="Gerade Verbindung mit Pfeil 11">
                  <a:extLst>
                    <a:ext uri="{FF2B5EF4-FFF2-40B4-BE49-F238E27FC236}">
                      <a16:creationId xmlns:a16="http://schemas.microsoft.com/office/drawing/2014/main" id="{C04EA186-8A27-32F4-FBB5-A5626F9438F3}"/>
                    </a:ext>
                  </a:extLst>
                </p:cNvPr>
                <p:cNvCxnSpPr>
                  <a:cxnSpLocks/>
                  <a:stCxn id="10" idx="4"/>
                </p:cNvCxnSpPr>
                <p:nvPr/>
              </p:nvCxnSpPr>
              <p:spPr>
                <a:xfrm>
                  <a:off x="1465707" y="482101"/>
                  <a:ext cx="0" cy="48049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FBEA5503-AE99-852C-2443-7C90FF618E9D}"/>
                  </a:ext>
                </a:extLst>
              </p:cNvPr>
              <p:cNvGrpSpPr/>
              <p:nvPr/>
            </p:nvGrpSpPr>
            <p:grpSpPr>
              <a:xfrm>
                <a:off x="7039546" y="1805698"/>
                <a:ext cx="518160" cy="628453"/>
                <a:chOff x="1266825" y="196206"/>
                <a:chExt cx="518160" cy="628453"/>
              </a:xfrm>
            </p:grpSpPr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1EFD7669-7DF2-68D3-1B7A-CC3991B79910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5E1AEF25-C515-49EA-C2C8-42495786F44F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7" name="Gerade Verbindung mit Pfeil 16">
                  <a:extLst>
                    <a:ext uri="{FF2B5EF4-FFF2-40B4-BE49-F238E27FC236}">
                      <a16:creationId xmlns:a16="http://schemas.microsoft.com/office/drawing/2014/main" id="{38B5DE9A-B2A5-4204-D820-27D75961D902}"/>
                    </a:ext>
                  </a:extLst>
                </p:cNvPr>
                <p:cNvCxnSpPr>
                  <a:stCxn id="15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96C1FB27-02DB-AEB0-BC75-3DC733446701}"/>
                  </a:ext>
                </a:extLst>
              </p:cNvPr>
              <p:cNvGrpSpPr/>
              <p:nvPr/>
            </p:nvGrpSpPr>
            <p:grpSpPr>
              <a:xfrm>
                <a:off x="8197215" y="1805698"/>
                <a:ext cx="518160" cy="628453"/>
                <a:chOff x="1266825" y="196206"/>
                <a:chExt cx="518160" cy="628453"/>
              </a:xfrm>
            </p:grpSpPr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82E2E851-45E2-D332-18D7-5320A60D166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FAEF2A28-6AED-FB48-8F85-11A2FF0809EC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90CDE350-1246-0314-4E52-F51CA6B070E5}"/>
                    </a:ext>
                  </a:extLst>
                </p:cNvPr>
                <p:cNvCxnSpPr>
                  <a:stCxn id="19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0B9952C4-D97C-F655-830F-5047C3BF6B4F}"/>
                  </a:ext>
                </a:extLst>
              </p:cNvPr>
              <p:cNvGrpSpPr/>
              <p:nvPr/>
            </p:nvGrpSpPr>
            <p:grpSpPr>
              <a:xfrm>
                <a:off x="9405176" y="1805698"/>
                <a:ext cx="518160" cy="628453"/>
                <a:chOff x="1266825" y="196206"/>
                <a:chExt cx="518160" cy="628453"/>
              </a:xfrm>
            </p:grpSpPr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873A8070-5120-6D61-1619-57942B072844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85DCF0B9-B961-1A67-4438-34B52D3D9838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D30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5" name="Gerade Verbindung mit Pfeil 24">
                  <a:extLst>
                    <a:ext uri="{FF2B5EF4-FFF2-40B4-BE49-F238E27FC236}">
                      <a16:creationId xmlns:a16="http://schemas.microsoft.com/office/drawing/2014/main" id="{106E65AD-06C5-3509-5AE6-7A0A527CA4C4}"/>
                    </a:ext>
                  </a:extLst>
                </p:cNvPr>
                <p:cNvCxnSpPr>
                  <a:stCxn id="23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43775632-28FD-2222-5A01-C49B64675B27}"/>
                  </a:ext>
                </a:extLst>
              </p:cNvPr>
              <p:cNvGrpSpPr/>
              <p:nvPr/>
            </p:nvGrpSpPr>
            <p:grpSpPr>
              <a:xfrm>
                <a:off x="9923335" y="1825509"/>
                <a:ext cx="518160" cy="954267"/>
                <a:chOff x="1266825" y="196206"/>
                <a:chExt cx="518160" cy="954267"/>
              </a:xfrm>
            </p:grpSpPr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38512490-AE54-D9C7-2478-7BDEFCE65900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35DB8B86-481A-A964-C2A5-90458E08E518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D31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9" name="Gerade Verbindung mit Pfeil 28">
                  <a:extLst>
                    <a:ext uri="{FF2B5EF4-FFF2-40B4-BE49-F238E27FC236}">
                      <a16:creationId xmlns:a16="http://schemas.microsoft.com/office/drawing/2014/main" id="{BB26AE3C-D53C-7A2F-D8C3-60CF19A52AD2}"/>
                    </a:ext>
                  </a:extLst>
                </p:cNvPr>
                <p:cNvCxnSpPr>
                  <a:cxnSpLocks/>
                  <a:stCxn id="27" idx="4"/>
                </p:cNvCxnSpPr>
                <p:nvPr/>
              </p:nvCxnSpPr>
              <p:spPr>
                <a:xfrm>
                  <a:off x="1465707" y="482101"/>
                  <a:ext cx="0" cy="6683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0ED1B9B4-EE91-D789-CF10-DB39D3511064}"/>
                  </a:ext>
                </a:extLst>
              </p:cNvPr>
              <p:cNvGrpSpPr/>
              <p:nvPr/>
            </p:nvGrpSpPr>
            <p:grpSpPr>
              <a:xfrm>
                <a:off x="11131295" y="1825509"/>
                <a:ext cx="518160" cy="628453"/>
                <a:chOff x="1266825" y="196206"/>
                <a:chExt cx="518160" cy="628453"/>
              </a:xfrm>
            </p:grpSpPr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368090FF-8A71-E91F-DAB1-4B5552447C1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587F7D6B-9EA7-994D-E322-978F1D45D6DF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D32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4" name="Gerade Verbindung mit Pfeil 33">
                  <a:extLst>
                    <a:ext uri="{FF2B5EF4-FFF2-40B4-BE49-F238E27FC236}">
                      <a16:creationId xmlns:a16="http://schemas.microsoft.com/office/drawing/2014/main" id="{7CA51156-1DA6-76C2-2737-62955037607F}"/>
                    </a:ext>
                  </a:extLst>
                </p:cNvPr>
                <p:cNvCxnSpPr>
                  <a:stCxn id="32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uppieren 34">
                <a:extLst>
                  <a:ext uri="{FF2B5EF4-FFF2-40B4-BE49-F238E27FC236}">
                    <a16:creationId xmlns:a16="http://schemas.microsoft.com/office/drawing/2014/main" id="{59C5D260-DE81-1843-C837-75B032BCFC20}"/>
                  </a:ext>
                </a:extLst>
              </p:cNvPr>
              <p:cNvGrpSpPr/>
              <p:nvPr/>
            </p:nvGrpSpPr>
            <p:grpSpPr>
              <a:xfrm>
                <a:off x="7593235" y="1821035"/>
                <a:ext cx="518160" cy="958741"/>
                <a:chOff x="1266825" y="196206"/>
                <a:chExt cx="518160" cy="958741"/>
              </a:xfrm>
            </p:grpSpPr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BBF4952A-AC6D-02F9-A05E-0AAED0BEF89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7373758-6005-9DA5-6A56-E800D934286D}"/>
                    </a:ext>
                  </a:extLst>
                </p:cNvPr>
                <p:cNvSpPr txBox="1"/>
                <p:nvPr/>
              </p:nvSpPr>
              <p:spPr>
                <a:xfrm>
                  <a:off x="126682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D28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8" name="Gerade Verbindung mit Pfeil 37">
                  <a:extLst>
                    <a:ext uri="{FF2B5EF4-FFF2-40B4-BE49-F238E27FC236}">
                      <a16:creationId xmlns:a16="http://schemas.microsoft.com/office/drawing/2014/main" id="{24493029-1FFE-9D7C-D4AC-82AF85783BC8}"/>
                    </a:ext>
                  </a:extLst>
                </p:cNvPr>
                <p:cNvCxnSpPr>
                  <a:cxnSpLocks/>
                  <a:stCxn id="36" idx="4"/>
                </p:cNvCxnSpPr>
                <p:nvPr/>
              </p:nvCxnSpPr>
              <p:spPr>
                <a:xfrm>
                  <a:off x="1465707" y="482101"/>
                  <a:ext cx="0" cy="67284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EB3BC085-3662-03B0-11D7-FF318EBE8BCC}"/>
                  </a:ext>
                </a:extLst>
              </p:cNvPr>
              <p:cNvSpPr/>
              <p:nvPr/>
            </p:nvSpPr>
            <p:spPr>
              <a:xfrm>
                <a:off x="6711696" y="2953512"/>
                <a:ext cx="5239509" cy="16093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41" name="Gruppieren 40">
                <a:extLst>
                  <a:ext uri="{FF2B5EF4-FFF2-40B4-BE49-F238E27FC236}">
                    <a16:creationId xmlns:a16="http://schemas.microsoft.com/office/drawing/2014/main" id="{5DDB6AEA-AA3D-0E20-2282-B97AE186B906}"/>
                  </a:ext>
                </a:extLst>
              </p:cNvPr>
              <p:cNvGrpSpPr/>
              <p:nvPr/>
            </p:nvGrpSpPr>
            <p:grpSpPr>
              <a:xfrm>
                <a:off x="5384673" y="4479867"/>
                <a:ext cx="518160" cy="612702"/>
                <a:chOff x="1259205" y="-130601"/>
                <a:chExt cx="518160" cy="612702"/>
              </a:xfrm>
            </p:grpSpPr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AC3B5958-7F82-68A7-6E2F-DB3D9B8C5F1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E82B4099-9395-ACF5-1124-B0C5945427CA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D33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4" name="Gerade Verbindung mit Pfeil 43">
                  <a:extLst>
                    <a:ext uri="{FF2B5EF4-FFF2-40B4-BE49-F238E27FC236}">
                      <a16:creationId xmlns:a16="http://schemas.microsoft.com/office/drawing/2014/main" id="{154D0372-3B95-6572-4069-A85F8B5A7D46}"/>
                    </a:ext>
                  </a:extLst>
                </p:cNvPr>
                <p:cNvCxnSpPr>
                  <a:cxnSpLocks/>
                  <a:stCxn id="42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Gruppieren 44">
                <a:extLst>
                  <a:ext uri="{FF2B5EF4-FFF2-40B4-BE49-F238E27FC236}">
                    <a16:creationId xmlns:a16="http://schemas.microsoft.com/office/drawing/2014/main" id="{98643AE4-9308-66B2-C209-D5D2065A8D91}"/>
                  </a:ext>
                </a:extLst>
              </p:cNvPr>
              <p:cNvGrpSpPr/>
              <p:nvPr/>
            </p:nvGrpSpPr>
            <p:grpSpPr>
              <a:xfrm>
                <a:off x="6040945" y="4475929"/>
                <a:ext cx="518160" cy="612702"/>
                <a:chOff x="1259205" y="-130601"/>
                <a:chExt cx="518160" cy="612702"/>
              </a:xfrm>
            </p:grpSpPr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5018156E-6AAB-5FAD-D8CD-34628FBB95E8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7" name="Textfeld 46">
                  <a:extLst>
                    <a:ext uri="{FF2B5EF4-FFF2-40B4-BE49-F238E27FC236}">
                      <a16:creationId xmlns:a16="http://schemas.microsoft.com/office/drawing/2014/main" id="{81CF8624-AF28-BA99-7B3E-3DED60803BE7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D34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8" name="Gerade Verbindung mit Pfeil 47">
                  <a:extLst>
                    <a:ext uri="{FF2B5EF4-FFF2-40B4-BE49-F238E27FC236}">
                      <a16:creationId xmlns:a16="http://schemas.microsoft.com/office/drawing/2014/main" id="{59F861E1-93F5-793E-4903-9DC59060D640}"/>
                    </a:ext>
                  </a:extLst>
                </p:cNvPr>
                <p:cNvCxnSpPr>
                  <a:cxnSpLocks/>
                  <a:stCxn id="46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uppieren 48">
                <a:extLst>
                  <a:ext uri="{FF2B5EF4-FFF2-40B4-BE49-F238E27FC236}">
                    <a16:creationId xmlns:a16="http://schemas.microsoft.com/office/drawing/2014/main" id="{AB3A2EE8-B7A3-816A-D671-62C7693419B8}"/>
                  </a:ext>
                </a:extLst>
              </p:cNvPr>
              <p:cNvGrpSpPr/>
              <p:nvPr/>
            </p:nvGrpSpPr>
            <p:grpSpPr>
              <a:xfrm>
                <a:off x="8850153" y="4549050"/>
                <a:ext cx="518160" cy="612702"/>
                <a:chOff x="1259205" y="-130601"/>
                <a:chExt cx="518160" cy="612702"/>
              </a:xfrm>
            </p:grpSpPr>
            <p:sp>
              <p:nvSpPr>
                <p:cNvPr id="50" name="Ellipse 49">
                  <a:extLst>
                    <a:ext uri="{FF2B5EF4-FFF2-40B4-BE49-F238E27FC236}">
                      <a16:creationId xmlns:a16="http://schemas.microsoft.com/office/drawing/2014/main" id="{2D5B687F-0E0C-FFC0-A96B-D98D6918B055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115D76A4-0DAE-3DB5-7ABF-EDDF5C98D277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D35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2" name="Gerade Verbindung mit Pfeil 51">
                  <a:extLst>
                    <a:ext uri="{FF2B5EF4-FFF2-40B4-BE49-F238E27FC236}">
                      <a16:creationId xmlns:a16="http://schemas.microsoft.com/office/drawing/2014/main" id="{310FEDB5-FAF3-57BB-7E0C-F8F4DA7D32D8}"/>
                    </a:ext>
                  </a:extLst>
                </p:cNvPr>
                <p:cNvCxnSpPr>
                  <a:cxnSpLocks/>
                  <a:stCxn id="50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750673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57ED28E1-03DA-4C6B-ABAA-C82969EDB98B}"/>
              </a:ext>
            </a:extLst>
          </p:cNvPr>
          <p:cNvGrpSpPr/>
          <p:nvPr/>
        </p:nvGrpSpPr>
        <p:grpSpPr>
          <a:xfrm>
            <a:off x="-713232" y="374904"/>
            <a:ext cx="12984480" cy="5952744"/>
            <a:chOff x="-713232" y="374904"/>
            <a:chExt cx="12984480" cy="5952744"/>
          </a:xfrm>
        </p:grpSpPr>
        <p:sp>
          <p:nvSpPr>
            <p:cNvPr id="95" name="Rechteck 94">
              <a:extLst>
                <a:ext uri="{FF2B5EF4-FFF2-40B4-BE49-F238E27FC236}">
                  <a16:creationId xmlns:a16="http://schemas.microsoft.com/office/drawing/2014/main" id="{BEB7394D-E876-3092-CD0E-6A23DBAB19F9}"/>
                </a:ext>
              </a:extLst>
            </p:cNvPr>
            <p:cNvSpPr/>
            <p:nvPr/>
          </p:nvSpPr>
          <p:spPr>
            <a:xfrm>
              <a:off x="-713232" y="374904"/>
              <a:ext cx="12984480" cy="59527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073F4218-C228-C925-D53A-FFBB710A9E09}"/>
                </a:ext>
              </a:extLst>
            </p:cNvPr>
            <p:cNvGrpSpPr/>
            <p:nvPr/>
          </p:nvGrpSpPr>
          <p:grpSpPr>
            <a:xfrm>
              <a:off x="-633794" y="448177"/>
              <a:ext cx="12825794" cy="5806508"/>
              <a:chOff x="-633794" y="448177"/>
              <a:chExt cx="12825794" cy="5806508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B1E8709D-8911-9D0B-C760-82EFA0519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762404"/>
                <a:ext cx="12192000" cy="5333192"/>
              </a:xfrm>
              <a:prstGeom prst="rect">
                <a:avLst/>
              </a:prstGeom>
            </p:spPr>
          </p:pic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4C0B082B-38CF-BA31-AA63-381FD54135D1}"/>
                  </a:ext>
                </a:extLst>
              </p:cNvPr>
              <p:cNvSpPr/>
              <p:nvPr/>
            </p:nvSpPr>
            <p:spPr>
              <a:xfrm>
                <a:off x="73152" y="1353312"/>
                <a:ext cx="2505456" cy="300837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88362F9D-F0DB-BF35-0491-4741836E68B8}"/>
                  </a:ext>
                </a:extLst>
              </p:cNvPr>
              <p:cNvSpPr/>
              <p:nvPr/>
            </p:nvSpPr>
            <p:spPr>
              <a:xfrm>
                <a:off x="1709928" y="4800600"/>
                <a:ext cx="557784" cy="8595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86B8DFF1-FF57-435D-96CD-9A8461A38D4A}"/>
                  </a:ext>
                </a:extLst>
              </p:cNvPr>
              <p:cNvGrpSpPr/>
              <p:nvPr/>
            </p:nvGrpSpPr>
            <p:grpSpPr>
              <a:xfrm>
                <a:off x="807720" y="448177"/>
                <a:ext cx="518160" cy="777119"/>
                <a:chOff x="1297305" y="196206"/>
                <a:chExt cx="518160" cy="777119"/>
              </a:xfrm>
            </p:grpSpPr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84863AD5-E549-1BEE-DF03-775855C7BE70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DD726014-9A3C-53DC-9417-7536FAE98F4A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1" name="Gerade Verbindung mit Pfeil 10">
                  <a:extLst>
                    <a:ext uri="{FF2B5EF4-FFF2-40B4-BE49-F238E27FC236}">
                      <a16:creationId xmlns:a16="http://schemas.microsoft.com/office/drawing/2014/main" id="{666BFE8C-7ECF-9ACA-8CFD-D00C084FCE21}"/>
                    </a:ext>
                  </a:extLst>
                </p:cNvPr>
                <p:cNvCxnSpPr>
                  <a:cxnSpLocks/>
                  <a:stCxn id="9" idx="4"/>
                </p:cNvCxnSpPr>
                <p:nvPr/>
              </p:nvCxnSpPr>
              <p:spPr>
                <a:xfrm>
                  <a:off x="1465707" y="482101"/>
                  <a:ext cx="0" cy="49122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EA2BB9C6-C63C-FAA1-B8AA-7E22D5DA4A03}"/>
                  </a:ext>
                </a:extLst>
              </p:cNvPr>
              <p:cNvGrpSpPr/>
              <p:nvPr/>
            </p:nvGrpSpPr>
            <p:grpSpPr>
              <a:xfrm>
                <a:off x="1841754" y="460368"/>
                <a:ext cx="518160" cy="764928"/>
                <a:chOff x="1297305" y="196206"/>
                <a:chExt cx="518160" cy="764928"/>
              </a:xfrm>
            </p:grpSpPr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807437D9-E585-F7B9-90A7-2D3E0CC78EF3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9932CAD7-258D-9F49-31A6-B5BE64DBA31B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5E5B82A9-E722-BED0-5895-AF53583A5148}"/>
                    </a:ext>
                  </a:extLst>
                </p:cNvPr>
                <p:cNvCxnSpPr>
                  <a:cxnSpLocks/>
                  <a:stCxn id="14" idx="4"/>
                </p:cNvCxnSpPr>
                <p:nvPr/>
              </p:nvCxnSpPr>
              <p:spPr>
                <a:xfrm>
                  <a:off x="1465707" y="482101"/>
                  <a:ext cx="0" cy="47903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EF953AA6-FAFF-DC87-5D1F-67B1A6E173A4}"/>
                  </a:ext>
                </a:extLst>
              </p:cNvPr>
              <p:cNvGrpSpPr/>
              <p:nvPr/>
            </p:nvGrpSpPr>
            <p:grpSpPr>
              <a:xfrm>
                <a:off x="3502533" y="591124"/>
                <a:ext cx="518160" cy="628453"/>
                <a:chOff x="1297305" y="196206"/>
                <a:chExt cx="518160" cy="628453"/>
              </a:xfrm>
            </p:grpSpPr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9D5B535B-C76E-5265-8297-77EF1D70939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5E6BE848-75BB-7EFD-311B-FDE46D8CD24E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0186BE55-99EC-7067-18F7-17217584865B}"/>
                    </a:ext>
                  </a:extLst>
                </p:cNvPr>
                <p:cNvCxnSpPr>
                  <a:stCxn id="19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101F526A-DC37-F631-DD99-41F6AAA0B929}"/>
                  </a:ext>
                </a:extLst>
              </p:cNvPr>
              <p:cNvGrpSpPr/>
              <p:nvPr/>
            </p:nvGrpSpPr>
            <p:grpSpPr>
              <a:xfrm>
                <a:off x="11384280" y="472559"/>
                <a:ext cx="518160" cy="628453"/>
                <a:chOff x="1297305" y="196206"/>
                <a:chExt cx="518160" cy="628453"/>
              </a:xfrm>
            </p:grpSpPr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1FA50375-097B-64AD-00B2-B7FBB1C6D3D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0F1DE347-824A-C796-BF95-B1267F59F92A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5" name="Gerade Verbindung mit Pfeil 24">
                  <a:extLst>
                    <a:ext uri="{FF2B5EF4-FFF2-40B4-BE49-F238E27FC236}">
                      <a16:creationId xmlns:a16="http://schemas.microsoft.com/office/drawing/2014/main" id="{EA8CE0E9-A050-6FE0-8534-4671029B3089}"/>
                    </a:ext>
                  </a:extLst>
                </p:cNvPr>
                <p:cNvCxnSpPr>
                  <a:stCxn id="23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33716623-A8AE-9372-2828-39A82CC1858F}"/>
                  </a:ext>
                </a:extLst>
              </p:cNvPr>
              <p:cNvGrpSpPr/>
              <p:nvPr/>
            </p:nvGrpSpPr>
            <p:grpSpPr>
              <a:xfrm>
                <a:off x="10516363" y="484750"/>
                <a:ext cx="518160" cy="494934"/>
                <a:chOff x="1297305" y="196206"/>
                <a:chExt cx="518160" cy="494934"/>
              </a:xfrm>
            </p:grpSpPr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A5B92914-06CA-AC41-D36B-CFCB8E075C8C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92CA49E4-166F-D1D6-C220-26306DC0D97A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9" name="Gerade Verbindung mit Pfeil 28">
                  <a:extLst>
                    <a:ext uri="{FF2B5EF4-FFF2-40B4-BE49-F238E27FC236}">
                      <a16:creationId xmlns:a16="http://schemas.microsoft.com/office/drawing/2014/main" id="{368B72A8-8AB9-888F-7949-EE5117EF7058}"/>
                    </a:ext>
                  </a:extLst>
                </p:cNvPr>
                <p:cNvCxnSpPr>
                  <a:cxnSpLocks/>
                  <a:stCxn id="27" idx="4"/>
                </p:cNvCxnSpPr>
                <p:nvPr/>
              </p:nvCxnSpPr>
              <p:spPr>
                <a:xfrm>
                  <a:off x="1465707" y="482101"/>
                  <a:ext cx="0" cy="20903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A9FBDE4E-3262-9EF5-9A59-77565DFE7B7B}"/>
                  </a:ext>
                </a:extLst>
              </p:cNvPr>
              <p:cNvGrpSpPr/>
              <p:nvPr/>
            </p:nvGrpSpPr>
            <p:grpSpPr>
              <a:xfrm>
                <a:off x="7093649" y="1029976"/>
                <a:ext cx="518160" cy="628453"/>
                <a:chOff x="1297305" y="196206"/>
                <a:chExt cx="518160" cy="628453"/>
              </a:xfrm>
            </p:grpSpPr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EAADB80E-C092-D878-E831-568B16A70AD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5B78C08C-A93C-35AC-6F3C-8FB787134040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C7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4" name="Gerade Verbindung mit Pfeil 33">
                  <a:extLst>
                    <a:ext uri="{FF2B5EF4-FFF2-40B4-BE49-F238E27FC236}">
                      <a16:creationId xmlns:a16="http://schemas.microsoft.com/office/drawing/2014/main" id="{EC7E6BF9-D0D9-2433-2323-3FB6F795C5E5}"/>
                    </a:ext>
                  </a:extLst>
                </p:cNvPr>
                <p:cNvCxnSpPr>
                  <a:stCxn id="32" idx="4"/>
                </p:cNvCxnSpPr>
                <p:nvPr/>
              </p:nvCxnSpPr>
              <p:spPr>
                <a:xfrm>
                  <a:off x="1465707" y="482101"/>
                  <a:ext cx="0" cy="342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uppieren 34">
                <a:extLst>
                  <a:ext uri="{FF2B5EF4-FFF2-40B4-BE49-F238E27FC236}">
                    <a16:creationId xmlns:a16="http://schemas.microsoft.com/office/drawing/2014/main" id="{4D6A7F05-65B4-DC5E-ED46-8B97E9284BFF}"/>
                  </a:ext>
                </a:extLst>
              </p:cNvPr>
              <p:cNvGrpSpPr/>
              <p:nvPr/>
            </p:nvGrpSpPr>
            <p:grpSpPr>
              <a:xfrm>
                <a:off x="2578608" y="1372534"/>
                <a:ext cx="742188" cy="285895"/>
                <a:chOff x="1075563" y="196206"/>
                <a:chExt cx="742188" cy="285895"/>
              </a:xfrm>
            </p:grpSpPr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509347AD-5373-8AF0-52C8-53EC7C8B5A46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EE759199-467B-C27C-97F5-28738D24F2A2}"/>
                    </a:ext>
                  </a:extLst>
                </p:cNvPr>
                <p:cNvSpPr txBox="1"/>
                <p:nvPr/>
              </p:nvSpPr>
              <p:spPr>
                <a:xfrm>
                  <a:off x="1299591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8" name="Gerade Verbindung mit Pfeil 37">
                  <a:extLst>
                    <a:ext uri="{FF2B5EF4-FFF2-40B4-BE49-F238E27FC236}">
                      <a16:creationId xmlns:a16="http://schemas.microsoft.com/office/drawing/2014/main" id="{BCA4A661-FCCF-3586-89DE-D6366E1C0D0B}"/>
                    </a:ext>
                  </a:extLst>
                </p:cNvPr>
                <p:cNvCxnSpPr>
                  <a:cxnSpLocks/>
                  <a:stCxn id="36" idx="2"/>
                </p:cNvCxnSpPr>
                <p:nvPr/>
              </p:nvCxnSpPr>
              <p:spPr>
                <a:xfrm flipH="1">
                  <a:off x="1075563" y="339154"/>
                  <a:ext cx="241554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uppieren 39">
                <a:extLst>
                  <a:ext uri="{FF2B5EF4-FFF2-40B4-BE49-F238E27FC236}">
                    <a16:creationId xmlns:a16="http://schemas.microsoft.com/office/drawing/2014/main" id="{8470203A-DFC4-F18B-944F-D81BAC6C1B42}"/>
                  </a:ext>
                </a:extLst>
              </p:cNvPr>
              <p:cNvGrpSpPr/>
              <p:nvPr/>
            </p:nvGrpSpPr>
            <p:grpSpPr>
              <a:xfrm>
                <a:off x="2802636" y="3286052"/>
                <a:ext cx="1668780" cy="285895"/>
                <a:chOff x="1297305" y="196206"/>
                <a:chExt cx="1668780" cy="285895"/>
              </a:xfrm>
            </p:grpSpPr>
            <p:sp>
              <p:nvSpPr>
                <p:cNvPr id="41" name="Ellipse 40">
                  <a:extLst>
                    <a:ext uri="{FF2B5EF4-FFF2-40B4-BE49-F238E27FC236}">
                      <a16:creationId xmlns:a16="http://schemas.microsoft.com/office/drawing/2014/main" id="{16091233-4B22-CE03-847B-9E11BA5825C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42" name="Textfeld 41">
                  <a:extLst>
                    <a:ext uri="{FF2B5EF4-FFF2-40B4-BE49-F238E27FC236}">
                      <a16:creationId xmlns:a16="http://schemas.microsoft.com/office/drawing/2014/main" id="{BF6B422A-5A6E-5FA9-DE49-E30781F2F0BB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C8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3" name="Gerade Verbindung mit Pfeil 42">
                  <a:extLst>
                    <a:ext uri="{FF2B5EF4-FFF2-40B4-BE49-F238E27FC236}">
                      <a16:creationId xmlns:a16="http://schemas.microsoft.com/office/drawing/2014/main" id="{AC416E85-7B57-5CF7-9F92-135117841B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1351788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C04D56D3-2DA5-1E46-9B9A-9E24A5FF24A4}"/>
                  </a:ext>
                </a:extLst>
              </p:cNvPr>
              <p:cNvGrpSpPr/>
              <p:nvPr/>
            </p:nvGrpSpPr>
            <p:grpSpPr>
              <a:xfrm>
                <a:off x="-363093" y="4814214"/>
                <a:ext cx="888873" cy="285895"/>
                <a:chOff x="1266825" y="196206"/>
                <a:chExt cx="888873" cy="285895"/>
              </a:xfrm>
            </p:grpSpPr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A7D33B3D-2674-ECFC-AA16-2FBAEEA6C107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9A78F9FA-351C-FD90-E494-C6C6E7B33703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C12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8" name="Gerade Verbindung mit Pfeil 57">
                  <a:extLst>
                    <a:ext uri="{FF2B5EF4-FFF2-40B4-BE49-F238E27FC236}">
                      <a16:creationId xmlns:a16="http://schemas.microsoft.com/office/drawing/2014/main" id="{138D840B-B2DC-76D1-8A1E-DCD191FDE7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Gruppieren 58">
                <a:extLst>
                  <a:ext uri="{FF2B5EF4-FFF2-40B4-BE49-F238E27FC236}">
                    <a16:creationId xmlns:a16="http://schemas.microsoft.com/office/drawing/2014/main" id="{9B3AAD67-1560-E074-41DA-908245BC0B9F}"/>
                  </a:ext>
                </a:extLst>
              </p:cNvPr>
              <p:cNvGrpSpPr/>
              <p:nvPr/>
            </p:nvGrpSpPr>
            <p:grpSpPr>
              <a:xfrm>
                <a:off x="-633794" y="5065232"/>
                <a:ext cx="888873" cy="285895"/>
                <a:chOff x="1266825" y="196206"/>
                <a:chExt cx="888873" cy="285895"/>
              </a:xfrm>
            </p:grpSpPr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5FCDCADD-BA4A-6E2F-5941-D814F4DD3ABB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47920777-2078-34D9-8E24-CC8908728F6A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C13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62" name="Gerade Verbindung mit Pfeil 61">
                  <a:extLst>
                    <a:ext uri="{FF2B5EF4-FFF2-40B4-BE49-F238E27FC236}">
                      <a16:creationId xmlns:a16="http://schemas.microsoft.com/office/drawing/2014/main" id="{7FD742EE-F5B3-38D1-3B51-47AC97F0F3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uppieren 62">
                <a:extLst>
                  <a:ext uri="{FF2B5EF4-FFF2-40B4-BE49-F238E27FC236}">
                    <a16:creationId xmlns:a16="http://schemas.microsoft.com/office/drawing/2014/main" id="{4BF06435-6A3A-9B9A-EAE0-43386184AEEC}"/>
                  </a:ext>
                </a:extLst>
              </p:cNvPr>
              <p:cNvGrpSpPr/>
              <p:nvPr/>
            </p:nvGrpSpPr>
            <p:grpSpPr>
              <a:xfrm>
                <a:off x="-37717" y="5302256"/>
                <a:ext cx="888873" cy="285895"/>
                <a:chOff x="1266825" y="196206"/>
                <a:chExt cx="888873" cy="285895"/>
              </a:xfrm>
            </p:grpSpPr>
            <p:sp>
              <p:nvSpPr>
                <p:cNvPr id="64" name="Ellipse 63">
                  <a:extLst>
                    <a:ext uri="{FF2B5EF4-FFF2-40B4-BE49-F238E27FC236}">
                      <a16:creationId xmlns:a16="http://schemas.microsoft.com/office/drawing/2014/main" id="{12B40382-3B22-1F92-6470-8D2DFFA860DF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5" name="Textfeld 64">
                  <a:extLst>
                    <a:ext uri="{FF2B5EF4-FFF2-40B4-BE49-F238E27FC236}">
                      <a16:creationId xmlns:a16="http://schemas.microsoft.com/office/drawing/2014/main" id="{5DBDD380-4DC0-76E6-E65D-92D14F7A8D65}"/>
                    </a:ext>
                  </a:extLst>
                </p:cNvPr>
                <p:cNvSpPr txBox="1"/>
                <p:nvPr/>
              </p:nvSpPr>
              <p:spPr>
                <a:xfrm>
                  <a:off x="126682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C14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66" name="Gerade Verbindung mit Pfeil 65">
                  <a:extLst>
                    <a:ext uri="{FF2B5EF4-FFF2-40B4-BE49-F238E27FC236}">
                      <a16:creationId xmlns:a16="http://schemas.microsoft.com/office/drawing/2014/main" id="{829F7206-9D6D-BA44-C245-9E9AB1F4F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9153"/>
                  <a:ext cx="541401" cy="4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" name="Gruppieren 66">
                <a:extLst>
                  <a:ext uri="{FF2B5EF4-FFF2-40B4-BE49-F238E27FC236}">
                    <a16:creationId xmlns:a16="http://schemas.microsoft.com/office/drawing/2014/main" id="{88E4FA50-E61C-9849-6975-E07E09A8BABC}"/>
                  </a:ext>
                </a:extLst>
              </p:cNvPr>
              <p:cNvGrpSpPr/>
              <p:nvPr/>
            </p:nvGrpSpPr>
            <p:grpSpPr>
              <a:xfrm>
                <a:off x="1749552" y="5641983"/>
                <a:ext cx="518160" cy="612702"/>
                <a:chOff x="1259205" y="-130601"/>
                <a:chExt cx="518160" cy="612702"/>
              </a:xfrm>
            </p:grpSpPr>
            <p:sp>
              <p:nvSpPr>
                <p:cNvPr id="68" name="Ellipse 67">
                  <a:extLst>
                    <a:ext uri="{FF2B5EF4-FFF2-40B4-BE49-F238E27FC236}">
                      <a16:creationId xmlns:a16="http://schemas.microsoft.com/office/drawing/2014/main" id="{F8EB8CEB-249C-B9D5-1B76-EB3605DC31D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42E8BACD-5CDA-D405-1C8C-9E4A550B0486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C15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0" name="Gerade Verbindung mit Pfeil 69">
                  <a:extLst>
                    <a:ext uri="{FF2B5EF4-FFF2-40B4-BE49-F238E27FC236}">
                      <a16:creationId xmlns:a16="http://schemas.microsoft.com/office/drawing/2014/main" id="{6BEF47B0-9A0A-581D-DF89-17707C4F3DE8}"/>
                    </a:ext>
                  </a:extLst>
                </p:cNvPr>
                <p:cNvCxnSpPr>
                  <a:cxnSpLocks/>
                  <a:stCxn id="68" idx="0"/>
                </p:cNvCxnSpPr>
                <p:nvPr/>
              </p:nvCxnSpPr>
              <p:spPr>
                <a:xfrm flipV="1">
                  <a:off x="1465707" y="-130601"/>
                  <a:ext cx="0" cy="3268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uppieren 74">
                <a:extLst>
                  <a:ext uri="{FF2B5EF4-FFF2-40B4-BE49-F238E27FC236}">
                    <a16:creationId xmlns:a16="http://schemas.microsoft.com/office/drawing/2014/main" id="{0BBB575B-1A2D-BB82-A882-16432710B165}"/>
                  </a:ext>
                </a:extLst>
              </p:cNvPr>
              <p:cNvGrpSpPr/>
              <p:nvPr/>
            </p:nvGrpSpPr>
            <p:grpSpPr>
              <a:xfrm>
                <a:off x="1545336" y="4420424"/>
                <a:ext cx="613410" cy="285895"/>
                <a:chOff x="1166241" y="196206"/>
                <a:chExt cx="613410" cy="285895"/>
              </a:xfrm>
            </p:grpSpPr>
            <p:sp>
              <p:nvSpPr>
                <p:cNvPr id="76" name="Ellipse 75">
                  <a:extLst>
                    <a:ext uri="{FF2B5EF4-FFF2-40B4-BE49-F238E27FC236}">
                      <a16:creationId xmlns:a16="http://schemas.microsoft.com/office/drawing/2014/main" id="{66AEB1DA-2004-4832-24F3-07A10DEE3ADE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77" name="Textfeld 76">
                  <a:extLst>
                    <a:ext uri="{FF2B5EF4-FFF2-40B4-BE49-F238E27FC236}">
                      <a16:creationId xmlns:a16="http://schemas.microsoft.com/office/drawing/2014/main" id="{3D78A0B1-6328-629C-7314-CAD15A4F6CEC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C10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78" name="Gerade Verbindung mit Pfeil 77">
                  <a:extLst>
                    <a:ext uri="{FF2B5EF4-FFF2-40B4-BE49-F238E27FC236}">
                      <a16:creationId xmlns:a16="http://schemas.microsoft.com/office/drawing/2014/main" id="{E098FCA8-079B-BB31-ADFC-AE84C85DF272}"/>
                    </a:ext>
                  </a:extLst>
                </p:cNvPr>
                <p:cNvCxnSpPr>
                  <a:cxnSpLocks/>
                  <a:stCxn id="76" idx="2"/>
                </p:cNvCxnSpPr>
                <p:nvPr/>
              </p:nvCxnSpPr>
              <p:spPr>
                <a:xfrm flipH="1" flipV="1">
                  <a:off x="1166241" y="339153"/>
                  <a:ext cx="150876" cy="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" name="Gruppieren 79">
                <a:extLst>
                  <a:ext uri="{FF2B5EF4-FFF2-40B4-BE49-F238E27FC236}">
                    <a16:creationId xmlns:a16="http://schemas.microsoft.com/office/drawing/2014/main" id="{42FB7550-0FC4-761C-E340-457B2232F6E4}"/>
                  </a:ext>
                </a:extLst>
              </p:cNvPr>
              <p:cNvGrpSpPr/>
              <p:nvPr/>
            </p:nvGrpSpPr>
            <p:grpSpPr>
              <a:xfrm>
                <a:off x="2480313" y="4365044"/>
                <a:ext cx="856485" cy="285895"/>
                <a:chOff x="923166" y="196206"/>
                <a:chExt cx="856485" cy="285895"/>
              </a:xfrm>
            </p:grpSpPr>
            <p:sp>
              <p:nvSpPr>
                <p:cNvPr id="81" name="Ellipse 80">
                  <a:extLst>
                    <a:ext uri="{FF2B5EF4-FFF2-40B4-BE49-F238E27FC236}">
                      <a16:creationId xmlns:a16="http://schemas.microsoft.com/office/drawing/2014/main" id="{66D32412-DE8E-F175-944A-328A8018A95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576B3F59-F2EF-FF78-4ABF-89E03A9CBF1D}"/>
                    </a:ext>
                  </a:extLst>
                </p:cNvPr>
                <p:cNvSpPr txBox="1"/>
                <p:nvPr/>
              </p:nvSpPr>
              <p:spPr>
                <a:xfrm>
                  <a:off x="1261491" y="210779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C11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83" name="Gerade Verbindung mit Pfeil 82">
                  <a:extLst>
                    <a:ext uri="{FF2B5EF4-FFF2-40B4-BE49-F238E27FC236}">
                      <a16:creationId xmlns:a16="http://schemas.microsoft.com/office/drawing/2014/main" id="{C8730D11-9C3B-0143-3BDA-317B69F7DC59}"/>
                    </a:ext>
                  </a:extLst>
                </p:cNvPr>
                <p:cNvCxnSpPr>
                  <a:cxnSpLocks/>
                  <a:stCxn id="81" idx="2"/>
                </p:cNvCxnSpPr>
                <p:nvPr/>
              </p:nvCxnSpPr>
              <p:spPr>
                <a:xfrm flipH="1">
                  <a:off x="923166" y="339154"/>
                  <a:ext cx="39395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Gruppieren 83">
                <a:extLst>
                  <a:ext uri="{FF2B5EF4-FFF2-40B4-BE49-F238E27FC236}">
                    <a16:creationId xmlns:a16="http://schemas.microsoft.com/office/drawing/2014/main" id="{B90382D6-BF00-DABB-9D8A-463831CFCE67}"/>
                  </a:ext>
                </a:extLst>
              </p:cNvPr>
              <p:cNvGrpSpPr/>
              <p:nvPr/>
            </p:nvGrpSpPr>
            <p:grpSpPr>
              <a:xfrm>
                <a:off x="6371082" y="5324544"/>
                <a:ext cx="518160" cy="827537"/>
                <a:chOff x="1259205" y="-345436"/>
                <a:chExt cx="518160" cy="827537"/>
              </a:xfrm>
            </p:grpSpPr>
            <p:sp>
              <p:nvSpPr>
                <p:cNvPr id="85" name="Ellipse 84">
                  <a:extLst>
                    <a:ext uri="{FF2B5EF4-FFF2-40B4-BE49-F238E27FC236}">
                      <a16:creationId xmlns:a16="http://schemas.microsoft.com/office/drawing/2014/main" id="{A0CAE2CC-C9CC-1ACB-BC88-49C1083A9599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86" name="Textfeld 85">
                  <a:extLst>
                    <a:ext uri="{FF2B5EF4-FFF2-40B4-BE49-F238E27FC236}">
                      <a16:creationId xmlns:a16="http://schemas.microsoft.com/office/drawing/2014/main" id="{2F84767E-AB4E-0240-EF73-F6DE3AA0CECB}"/>
                    </a:ext>
                  </a:extLst>
                </p:cNvPr>
                <p:cNvSpPr txBox="1"/>
                <p:nvPr/>
              </p:nvSpPr>
              <p:spPr>
                <a:xfrm>
                  <a:off x="1259205" y="21601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C16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87" name="Gerade Verbindung mit Pfeil 86">
                  <a:extLst>
                    <a:ext uri="{FF2B5EF4-FFF2-40B4-BE49-F238E27FC236}">
                      <a16:creationId xmlns:a16="http://schemas.microsoft.com/office/drawing/2014/main" id="{BA8F89A2-7780-E149-2866-3693A90AD283}"/>
                    </a:ext>
                  </a:extLst>
                </p:cNvPr>
                <p:cNvCxnSpPr>
                  <a:cxnSpLocks/>
                  <a:stCxn id="85" idx="0"/>
                </p:cNvCxnSpPr>
                <p:nvPr/>
              </p:nvCxnSpPr>
              <p:spPr>
                <a:xfrm flipV="1">
                  <a:off x="1465707" y="-345436"/>
                  <a:ext cx="0" cy="54164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8840306A-9746-0A5E-54F0-312593E2DCAA}"/>
                  </a:ext>
                </a:extLst>
              </p:cNvPr>
              <p:cNvGrpSpPr/>
              <p:nvPr/>
            </p:nvGrpSpPr>
            <p:grpSpPr>
              <a:xfrm>
                <a:off x="-412813" y="4361891"/>
                <a:ext cx="577405" cy="285895"/>
                <a:chOff x="1297305" y="196206"/>
                <a:chExt cx="577405" cy="285895"/>
              </a:xfrm>
            </p:grpSpPr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450D9E4A-0EA1-3C0D-A369-D09F3410F91D}"/>
                    </a:ext>
                  </a:extLst>
                </p:cNvPr>
                <p:cNvSpPr/>
                <p:nvPr/>
              </p:nvSpPr>
              <p:spPr>
                <a:xfrm>
                  <a:off x="1317117" y="196206"/>
                  <a:ext cx="297180" cy="28589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91" name="Textfeld 90">
                  <a:extLst>
                    <a:ext uri="{FF2B5EF4-FFF2-40B4-BE49-F238E27FC236}">
                      <a16:creationId xmlns:a16="http://schemas.microsoft.com/office/drawing/2014/main" id="{491B2E26-0EEE-C4FF-1C12-13FFBC85FD0F}"/>
                    </a:ext>
                  </a:extLst>
                </p:cNvPr>
                <p:cNvSpPr txBox="1"/>
                <p:nvPr/>
              </p:nvSpPr>
              <p:spPr>
                <a:xfrm>
                  <a:off x="1297305" y="208397"/>
                  <a:ext cx="5181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AT" sz="1100" dirty="0">
                      <a:solidFill>
                        <a:srgbClr val="FF0000"/>
                      </a:solidFill>
                    </a:rPr>
                    <a:t>C9</a:t>
                  </a:r>
                  <a:endParaRPr lang="de-AT" sz="14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92" name="Gerade Verbindung mit Pfeil 91">
                  <a:extLst>
                    <a:ext uri="{FF2B5EF4-FFF2-40B4-BE49-F238E27FC236}">
                      <a16:creationId xmlns:a16="http://schemas.microsoft.com/office/drawing/2014/main" id="{494F8280-9509-A784-273F-08D37D73FB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297" y="330116"/>
                  <a:ext cx="260413" cy="908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380261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8217D8F7-D53D-21F0-B1F0-62CA082E40F8}"/>
              </a:ext>
            </a:extLst>
          </p:cNvPr>
          <p:cNvGrpSpPr/>
          <p:nvPr/>
        </p:nvGrpSpPr>
        <p:grpSpPr>
          <a:xfrm>
            <a:off x="4928616" y="2258568"/>
            <a:ext cx="1572768" cy="603497"/>
            <a:chOff x="4928616" y="2258568"/>
            <a:chExt cx="1572768" cy="60349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29A448C1-9438-1F42-E5AF-0A02A1E426B3}"/>
                </a:ext>
              </a:extLst>
            </p:cNvPr>
            <p:cNvSpPr/>
            <p:nvPr/>
          </p:nvSpPr>
          <p:spPr>
            <a:xfrm>
              <a:off x="4928616" y="2258568"/>
              <a:ext cx="1572768" cy="6034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65848D11-1B8F-D1A6-4B23-A30175AEFD8B}"/>
                </a:ext>
              </a:extLst>
            </p:cNvPr>
            <p:cNvGrpSpPr/>
            <p:nvPr/>
          </p:nvGrpSpPr>
          <p:grpSpPr>
            <a:xfrm>
              <a:off x="4983634" y="2329418"/>
              <a:ext cx="1423293" cy="438211"/>
              <a:chOff x="1097434" y="2770982"/>
              <a:chExt cx="1423293" cy="438211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22BCE9B6-B4BA-00B9-315C-881E49351B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7434" y="2790035"/>
                <a:ext cx="523948" cy="400106"/>
              </a:xfrm>
              <a:prstGeom prst="rect">
                <a:avLst/>
              </a:prstGeom>
            </p:spPr>
          </p:pic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859CDB50-B210-CD49-7248-E5BCF51EDA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53937" y="2770982"/>
                <a:ext cx="466790" cy="438211"/>
              </a:xfrm>
              <a:prstGeom prst="rect">
                <a:avLst/>
              </a:prstGeom>
            </p:spPr>
          </p:pic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AB7753D3-7661-A495-33E6-3227E6DF345B}"/>
                  </a:ext>
                </a:extLst>
              </p:cNvPr>
              <p:cNvCxnSpPr>
                <a:stCxn id="5" idx="3"/>
                <a:endCxn id="9" idx="1"/>
              </p:cNvCxnSpPr>
              <p:nvPr/>
            </p:nvCxnSpPr>
            <p:spPr>
              <a:xfrm>
                <a:off x="1621382" y="2990088"/>
                <a:ext cx="43255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E3659AC-D2ED-4BF3-BDAD-A96B384533C4}"/>
              </a:ext>
            </a:extLst>
          </p:cNvPr>
          <p:cNvGrpSpPr/>
          <p:nvPr/>
        </p:nvGrpSpPr>
        <p:grpSpPr>
          <a:xfrm>
            <a:off x="4645152" y="4325112"/>
            <a:ext cx="2176272" cy="484632"/>
            <a:chOff x="4645152" y="4325112"/>
            <a:chExt cx="2176272" cy="484632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8C2A0B9B-A7AB-B5E6-549C-A564AD0CEF9B}"/>
                </a:ext>
              </a:extLst>
            </p:cNvPr>
            <p:cNvSpPr/>
            <p:nvPr/>
          </p:nvSpPr>
          <p:spPr>
            <a:xfrm>
              <a:off x="4645152" y="4325112"/>
              <a:ext cx="2176272" cy="484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040D1005-57B2-BFAF-B55B-06A9A99D152C}"/>
                </a:ext>
              </a:extLst>
            </p:cNvPr>
            <p:cNvGrpSpPr/>
            <p:nvPr/>
          </p:nvGrpSpPr>
          <p:grpSpPr>
            <a:xfrm>
              <a:off x="4703900" y="4406579"/>
              <a:ext cx="2039918" cy="342948"/>
              <a:chOff x="5948342" y="3912803"/>
              <a:chExt cx="2039918" cy="342948"/>
            </a:xfrm>
          </p:grpSpPr>
          <p:pic>
            <p:nvPicPr>
              <p:cNvPr id="7" name="Grafik 6">
                <a:extLst>
                  <a:ext uri="{FF2B5EF4-FFF2-40B4-BE49-F238E27FC236}">
                    <a16:creationId xmlns:a16="http://schemas.microsoft.com/office/drawing/2014/main" id="{F5A9A924-832C-7939-25B1-0CDB544A1F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6353" y="3931853"/>
                <a:ext cx="304843" cy="304843"/>
              </a:xfrm>
              <a:prstGeom prst="rect">
                <a:avLst/>
              </a:prstGeom>
            </p:spPr>
          </p:pic>
          <p:pic>
            <p:nvPicPr>
              <p:cNvPr id="11" name="Grafik 10">
                <a:extLst>
                  <a:ext uri="{FF2B5EF4-FFF2-40B4-BE49-F238E27FC236}">
                    <a16:creationId xmlns:a16="http://schemas.microsoft.com/office/drawing/2014/main" id="{94910FB3-C513-E5C0-9AA7-7869AF04F9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73891" y="3950905"/>
                <a:ext cx="314369" cy="266737"/>
              </a:xfrm>
              <a:prstGeom prst="rect">
                <a:avLst/>
              </a:prstGeom>
            </p:spPr>
          </p:pic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2C0C8FB4-0C75-E58E-1090-E746CB04E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8342" y="3912803"/>
                <a:ext cx="295316" cy="342948"/>
              </a:xfrm>
              <a:prstGeom prst="rect">
                <a:avLst/>
              </a:prstGeom>
            </p:spPr>
          </p:pic>
          <p:cxnSp>
            <p:nvCxnSpPr>
              <p:cNvPr id="18" name="Gerade Verbindung mit Pfeil 17">
                <a:extLst>
                  <a:ext uri="{FF2B5EF4-FFF2-40B4-BE49-F238E27FC236}">
                    <a16:creationId xmlns:a16="http://schemas.microsoft.com/office/drawing/2014/main" id="{21B67CC1-AC53-D37B-27FF-056178072EC3}"/>
                  </a:ext>
                </a:extLst>
              </p:cNvPr>
              <p:cNvCxnSpPr/>
              <p:nvPr/>
            </p:nvCxnSpPr>
            <p:spPr>
              <a:xfrm>
                <a:off x="6287848" y="4090371"/>
                <a:ext cx="43255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 Verbindung mit Pfeil 18">
                <a:extLst>
                  <a:ext uri="{FF2B5EF4-FFF2-40B4-BE49-F238E27FC236}">
                    <a16:creationId xmlns:a16="http://schemas.microsoft.com/office/drawing/2014/main" id="{D72476E5-CFAE-0BA1-811C-BED2A9BDACB3}"/>
                  </a:ext>
                </a:extLst>
              </p:cNvPr>
              <p:cNvCxnSpPr/>
              <p:nvPr/>
            </p:nvCxnSpPr>
            <p:spPr>
              <a:xfrm>
                <a:off x="7196174" y="4084320"/>
                <a:ext cx="43255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10137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5BE60-6017-5460-9BF6-9AE27272EB1D}"/>
              </a:ext>
            </a:extLst>
          </p:cNvPr>
          <p:cNvGrpSpPr/>
          <p:nvPr/>
        </p:nvGrpSpPr>
        <p:grpSpPr>
          <a:xfrm>
            <a:off x="2405253" y="2869773"/>
            <a:ext cx="518160" cy="628453"/>
            <a:chOff x="1297305" y="196206"/>
            <a:chExt cx="518160" cy="628453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5B507A17-0623-F38E-370F-883B8BD967F6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B3448B06-C378-80BF-9425-2157BF1D4F53}"/>
                </a:ext>
              </a:extLst>
            </p:cNvPr>
            <p:cNvSpPr txBox="1"/>
            <p:nvPr/>
          </p:nvSpPr>
          <p:spPr>
            <a:xfrm>
              <a:off x="1297305" y="208397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7FA1718B-EAEB-C78B-0BF0-5098163B8005}"/>
                </a:ext>
              </a:extLst>
            </p:cNvPr>
            <p:cNvCxnSpPr>
              <a:stCxn id="6" idx="4"/>
            </p:cNvCxnSpPr>
            <p:nvPr/>
          </p:nvCxnSpPr>
          <p:spPr>
            <a:xfrm>
              <a:off x="1465707" y="482101"/>
              <a:ext cx="0" cy="34255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54BFDA5F-3ABB-441A-FA6C-E58C1F78BAD4}"/>
              </a:ext>
            </a:extLst>
          </p:cNvPr>
          <p:cNvGrpSpPr/>
          <p:nvPr/>
        </p:nvGrpSpPr>
        <p:grpSpPr>
          <a:xfrm>
            <a:off x="4305300" y="2849317"/>
            <a:ext cx="518160" cy="612702"/>
            <a:chOff x="1297305" y="-130601"/>
            <a:chExt cx="518160" cy="612702"/>
          </a:xfrm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1B3E15A9-8CCE-69A4-A3F5-EFC693CF8991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4C40F094-4988-D9B8-674E-6272A6FC79C0}"/>
                </a:ext>
              </a:extLst>
            </p:cNvPr>
            <p:cNvSpPr txBox="1"/>
            <p:nvPr/>
          </p:nvSpPr>
          <p:spPr>
            <a:xfrm>
              <a:off x="1297305" y="208397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47AE663E-1A72-26E5-560F-D5C27E2EB755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V="1">
              <a:off x="1465707" y="-130601"/>
              <a:ext cx="0" cy="3268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4642F5D-2AB0-BEBB-6C79-AA39C5C75096}"/>
              </a:ext>
            </a:extLst>
          </p:cNvPr>
          <p:cNvGrpSpPr/>
          <p:nvPr/>
        </p:nvGrpSpPr>
        <p:grpSpPr>
          <a:xfrm>
            <a:off x="8058915" y="3196580"/>
            <a:ext cx="894585" cy="285895"/>
            <a:chOff x="923166" y="196206"/>
            <a:chExt cx="894585" cy="285895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BA86EB2-B4D2-6408-14B4-9B41AABC5F3F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E6CF7BD6-DCA5-5BA2-ACE0-7FC57CA3A4DE}"/>
                </a:ext>
              </a:extLst>
            </p:cNvPr>
            <p:cNvSpPr txBox="1"/>
            <p:nvPr/>
          </p:nvSpPr>
          <p:spPr>
            <a:xfrm>
              <a:off x="1299591" y="208397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BDDEBB1D-6EC1-D6B4-B72D-47AC8B68249D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923166" y="339154"/>
              <a:ext cx="39395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2A30291-7370-6B33-0BB5-49403A4E34BC}"/>
              </a:ext>
            </a:extLst>
          </p:cNvPr>
          <p:cNvGrpSpPr/>
          <p:nvPr/>
        </p:nvGrpSpPr>
        <p:grpSpPr>
          <a:xfrm>
            <a:off x="6584823" y="3143574"/>
            <a:ext cx="858393" cy="285895"/>
            <a:chOff x="1297305" y="196206"/>
            <a:chExt cx="858393" cy="285895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4C482AFE-A61A-A33A-0B80-6638C59D306F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AAF60D17-3500-DD09-EB3B-06EFFB51FE82}"/>
                </a:ext>
              </a:extLst>
            </p:cNvPr>
            <p:cNvSpPr txBox="1"/>
            <p:nvPr/>
          </p:nvSpPr>
          <p:spPr>
            <a:xfrm>
              <a:off x="1297305" y="208397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A7604A00-1770-4B90-1BA1-160191E9E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4297" y="339153"/>
              <a:ext cx="541401" cy="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9A7BA-B319-7CC5-FFBE-368D5F33201D}"/>
              </a:ext>
            </a:extLst>
          </p:cNvPr>
          <p:cNvGrpSpPr/>
          <p:nvPr/>
        </p:nvGrpSpPr>
        <p:grpSpPr>
          <a:xfrm>
            <a:off x="4293870" y="3809282"/>
            <a:ext cx="518160" cy="612702"/>
            <a:chOff x="1259205" y="-130601"/>
            <a:chExt cx="518160" cy="612702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300479A3-FA84-4120-F0E7-7421497AC29A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E4152667-E294-045A-497F-3466B339F355}"/>
                </a:ext>
              </a:extLst>
            </p:cNvPr>
            <p:cNvSpPr txBox="1"/>
            <p:nvPr/>
          </p:nvSpPr>
          <p:spPr>
            <a:xfrm>
              <a:off x="1259205" y="216017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S10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CC63A802-6A24-E86D-C8EE-C9498169FDDC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1465707" y="-130601"/>
              <a:ext cx="0" cy="3268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49A8762-4049-8D78-32F4-BA7884EB53BC}"/>
              </a:ext>
            </a:extLst>
          </p:cNvPr>
          <p:cNvGrpSpPr/>
          <p:nvPr/>
        </p:nvGrpSpPr>
        <p:grpSpPr>
          <a:xfrm>
            <a:off x="2314575" y="3961377"/>
            <a:ext cx="518160" cy="628453"/>
            <a:chOff x="1266825" y="196206"/>
            <a:chExt cx="518160" cy="628453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92BFE119-49F3-CA4B-EEF1-06B64C2CB9E0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5FDEA5F3-6466-6717-96CE-5261342E8A41}"/>
                </a:ext>
              </a:extLst>
            </p:cNvPr>
            <p:cNvSpPr txBox="1"/>
            <p:nvPr/>
          </p:nvSpPr>
          <p:spPr>
            <a:xfrm>
              <a:off x="1266825" y="216017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S12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A52E613A-A168-AFC5-A9FE-5A685E47856D}"/>
                </a:ext>
              </a:extLst>
            </p:cNvPr>
            <p:cNvCxnSpPr>
              <a:stCxn id="20" idx="4"/>
            </p:cNvCxnSpPr>
            <p:nvPr/>
          </p:nvCxnSpPr>
          <p:spPr>
            <a:xfrm>
              <a:off x="1465707" y="482101"/>
              <a:ext cx="0" cy="34255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8453A2D7-6023-2B83-FA7B-4E1F0906CE67}"/>
              </a:ext>
            </a:extLst>
          </p:cNvPr>
          <p:cNvGrpSpPr/>
          <p:nvPr/>
        </p:nvGrpSpPr>
        <p:grpSpPr>
          <a:xfrm>
            <a:off x="6491099" y="4012952"/>
            <a:ext cx="888873" cy="285895"/>
            <a:chOff x="1266825" y="196206"/>
            <a:chExt cx="888873" cy="285895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0178F1C2-0939-8F7B-221E-026212F7DA1A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7B502E9A-1EE6-0068-E457-5E3B43ED69B2}"/>
                </a:ext>
              </a:extLst>
            </p:cNvPr>
            <p:cNvSpPr txBox="1"/>
            <p:nvPr/>
          </p:nvSpPr>
          <p:spPr>
            <a:xfrm>
              <a:off x="1266825" y="208397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S11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E20447A7-F34A-84BD-998E-CBE183F33E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4297" y="339153"/>
              <a:ext cx="541401" cy="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5C54728-BED3-2BF3-5DFE-2D8D77187A40}"/>
              </a:ext>
            </a:extLst>
          </p:cNvPr>
          <p:cNvGrpSpPr/>
          <p:nvPr/>
        </p:nvGrpSpPr>
        <p:grpSpPr>
          <a:xfrm>
            <a:off x="8030340" y="3972685"/>
            <a:ext cx="856485" cy="285895"/>
            <a:chOff x="923166" y="196206"/>
            <a:chExt cx="856485" cy="285895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36DB22C0-A40D-E5A5-6A09-87A4CD07A6F5}"/>
                </a:ext>
              </a:extLst>
            </p:cNvPr>
            <p:cNvSpPr/>
            <p:nvPr/>
          </p:nvSpPr>
          <p:spPr>
            <a:xfrm>
              <a:off x="1317117" y="196206"/>
              <a:ext cx="297180" cy="2858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DC3E0CA7-94D9-B10E-F3DA-CA91BE92F94C}"/>
                </a:ext>
              </a:extLst>
            </p:cNvPr>
            <p:cNvSpPr txBox="1"/>
            <p:nvPr/>
          </p:nvSpPr>
          <p:spPr>
            <a:xfrm>
              <a:off x="1261491" y="210779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100" dirty="0">
                  <a:solidFill>
                    <a:srgbClr val="FF0000"/>
                  </a:solidFill>
                </a:rPr>
                <a:t>S13</a:t>
              </a:r>
              <a:endParaRPr lang="de-AT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18DCB291-7EFE-52D6-6FD9-7D901E488554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>
              <a:off x="923166" y="339154"/>
              <a:ext cx="39395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305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Breitbild</PresentationFormat>
  <Paragraphs>154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TU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Clemens Burgstaller</dc:creator>
  <cp:lastModifiedBy>Clemens Burgstaller</cp:lastModifiedBy>
  <cp:revision>18</cp:revision>
  <dcterms:created xsi:type="dcterms:W3CDTF">2025-11-24T12:18:15Z</dcterms:created>
  <dcterms:modified xsi:type="dcterms:W3CDTF">2025-11-26T08:48:35Z</dcterms:modified>
</cp:coreProperties>
</file>